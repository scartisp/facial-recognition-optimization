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0" r:id="rId2"/>
    <p:sldId id="262" r:id="rId3"/>
    <p:sldId id="257" r:id="rId4"/>
    <p:sldId id="259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6CCE"/>
    <a:srgbClr val="572E8B"/>
    <a:srgbClr val="3FD169"/>
    <a:srgbClr val="679BEF"/>
    <a:srgbClr val="20853E"/>
    <a:srgbClr val="1455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364938-D3B4-2F9D-5E4B-1BA00CE611F8}" v="35" dt="2026-09-08T17:56:33.576"/>
    <p1510:client id="{5067DE0B-EE7E-5692-D773-811C09D62DA9}" v="356" dt="2026-09-08T17:23:51.363"/>
    <p1510:client id="{7ACE559E-3AED-433A-B4B9-4166A80C29D0}" v="149" dt="2026-09-08T18:30:08.021"/>
    <p1510:client id="{FA3C8794-1915-56A3-4193-2EA3315B2465}" v="2" dt="2026-09-08T15:52:41.6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tis, Simion" userId="S::scartis@email.sc.edu::4f44a116-3f93-4119-a33c-35dba3adde67" providerId="AD" clId="Web-{FA3C8794-1915-56A3-4193-2EA3315B2465}"/>
    <pc:docChg chg="modSld">
      <pc:chgData name="Cartis, Simion" userId="S::scartis@email.sc.edu::4f44a116-3f93-4119-a33c-35dba3adde67" providerId="AD" clId="Web-{FA3C8794-1915-56A3-4193-2EA3315B2465}" dt="2026-09-08T15:52:41.675" v="1" actId="20577"/>
      <pc:docMkLst>
        <pc:docMk/>
      </pc:docMkLst>
      <pc:sldChg chg="modSp">
        <pc:chgData name="Cartis, Simion" userId="S::scartis@email.sc.edu::4f44a116-3f93-4119-a33c-35dba3adde67" providerId="AD" clId="Web-{FA3C8794-1915-56A3-4193-2EA3315B2465}" dt="2026-09-08T15:52:41.675" v="1" actId="20577"/>
        <pc:sldMkLst>
          <pc:docMk/>
          <pc:sldMk cId="2774684469" sldId="259"/>
        </pc:sldMkLst>
        <pc:spChg chg="mod">
          <ac:chgData name="Cartis, Simion" userId="S::scartis@email.sc.edu::4f44a116-3f93-4119-a33c-35dba3adde67" providerId="AD" clId="Web-{FA3C8794-1915-56A3-4193-2EA3315B2465}" dt="2026-09-08T15:52:41.675" v="1" actId="20577"/>
          <ac:spMkLst>
            <pc:docMk/>
            <pc:sldMk cId="2774684469" sldId="259"/>
            <ac:spMk id="3" creationId="{EB60C9D9-FF48-0AA7-9AB5-41D3685E217E}"/>
          </ac:spMkLst>
        </pc:spChg>
      </pc:sldChg>
    </pc:docChg>
  </pc:docChgLst>
  <pc:docChgLst>
    <pc:chgData name="Cartis, Simion" userId="S::scartis@email.sc.edu::4f44a116-3f93-4119-a33c-35dba3adde67" providerId="AD" clId="Web-{C6DDBB37-967A-F60F-B0EF-8BCEF272E046}"/>
    <pc:docChg chg="modSld">
      <pc:chgData name="Cartis, Simion" userId="S::scartis@email.sc.edu::4f44a116-3f93-4119-a33c-35dba3adde67" providerId="AD" clId="Web-{C6DDBB37-967A-F60F-B0EF-8BCEF272E046}" dt="2026-09-01T17:10:12.883" v="2" actId="1076"/>
      <pc:docMkLst>
        <pc:docMk/>
      </pc:docMkLst>
      <pc:sldChg chg="addSp modSp">
        <pc:chgData name="Cartis, Simion" userId="S::scartis@email.sc.edu::4f44a116-3f93-4119-a33c-35dba3adde67" providerId="AD" clId="Web-{C6DDBB37-967A-F60F-B0EF-8BCEF272E046}" dt="2026-09-01T17:10:12.883" v="2" actId="1076"/>
        <pc:sldMkLst>
          <pc:docMk/>
          <pc:sldMk cId="1238759222" sldId="260"/>
        </pc:sldMkLst>
        <pc:picChg chg="add mod">
          <ac:chgData name="Cartis, Simion" userId="S::scartis@email.sc.edu::4f44a116-3f93-4119-a33c-35dba3adde67" providerId="AD" clId="Web-{C6DDBB37-967A-F60F-B0EF-8BCEF272E046}" dt="2026-09-01T17:10:12.883" v="2" actId="1076"/>
          <ac:picMkLst>
            <pc:docMk/>
            <pc:sldMk cId="1238759222" sldId="260"/>
            <ac:picMk id="3" creationId="{9AC29942-FACA-D7BC-E503-8084822A5E04}"/>
          </ac:picMkLst>
        </pc:picChg>
      </pc:sldChg>
    </pc:docChg>
  </pc:docChgLst>
  <pc:docChgLst>
    <pc:chgData name="Hurd, Mabel" userId="S::mahurd@email.sc.edu::4942532d-276d-4354-b436-2a8bfc17e062" providerId="AD" clId="Web-{2D9F342D-65A7-46F0-40F3-7BFF75C3F176}"/>
    <pc:docChg chg="modSld">
      <pc:chgData name="Hurd, Mabel" userId="S::mahurd@email.sc.edu::4942532d-276d-4354-b436-2a8bfc17e062" providerId="AD" clId="Web-{2D9F342D-65A7-46F0-40F3-7BFF75C3F176}" dt="2026-09-01T18:17:38.565" v="78" actId="20577"/>
      <pc:docMkLst>
        <pc:docMk/>
      </pc:docMkLst>
      <pc:sldChg chg="modSp">
        <pc:chgData name="Hurd, Mabel" userId="S::mahurd@email.sc.edu::4942532d-276d-4354-b436-2a8bfc17e062" providerId="AD" clId="Web-{2D9F342D-65A7-46F0-40F3-7BFF75C3F176}" dt="2026-09-01T18:17:38.565" v="78" actId="20577"/>
        <pc:sldMkLst>
          <pc:docMk/>
          <pc:sldMk cId="2774684469" sldId="259"/>
        </pc:sldMkLst>
        <pc:spChg chg="mod">
          <ac:chgData name="Hurd, Mabel" userId="S::mahurd@email.sc.edu::4942532d-276d-4354-b436-2a8bfc17e062" providerId="AD" clId="Web-{2D9F342D-65A7-46F0-40F3-7BFF75C3F176}" dt="2026-09-01T18:17:38.565" v="78" actId="20577"/>
          <ac:spMkLst>
            <pc:docMk/>
            <pc:sldMk cId="2774684469" sldId="259"/>
            <ac:spMk id="3" creationId="{EB60C9D9-FF48-0AA7-9AB5-41D3685E217E}"/>
          </ac:spMkLst>
        </pc:spChg>
      </pc:sldChg>
      <pc:sldChg chg="addSp delSp modSp">
        <pc:chgData name="Hurd, Mabel" userId="S::mahurd@email.sc.edu::4942532d-276d-4354-b436-2a8bfc17e062" providerId="AD" clId="Web-{2D9F342D-65A7-46F0-40F3-7BFF75C3F176}" dt="2026-09-01T18:14:02.909" v="64" actId="20577"/>
        <pc:sldMkLst>
          <pc:docMk/>
          <pc:sldMk cId="1238759222" sldId="260"/>
        </pc:sldMkLst>
        <pc:spChg chg="mod">
          <ac:chgData name="Hurd, Mabel" userId="S::mahurd@email.sc.edu::4942532d-276d-4354-b436-2a8bfc17e062" providerId="AD" clId="Web-{2D9F342D-65A7-46F0-40F3-7BFF75C3F176}" dt="2026-09-01T18:08:50.252" v="7" actId="20577"/>
          <ac:spMkLst>
            <pc:docMk/>
            <pc:sldMk cId="1238759222" sldId="260"/>
            <ac:spMk id="24" creationId="{B7FAD3F4-C501-D8E5-EB3E-374BCA5631D9}"/>
          </ac:spMkLst>
        </pc:spChg>
        <pc:spChg chg="add del mod">
          <ac:chgData name="Hurd, Mabel" userId="S::mahurd@email.sc.edu::4942532d-276d-4354-b436-2a8bfc17e062" providerId="AD" clId="Web-{2D9F342D-65A7-46F0-40F3-7BFF75C3F176}" dt="2026-09-01T18:14:02.909" v="64" actId="20577"/>
          <ac:spMkLst>
            <pc:docMk/>
            <pc:sldMk cId="1238759222" sldId="260"/>
            <ac:spMk id="30" creationId="{20B4A406-DE22-E30C-609A-6D235C3D5FA7}"/>
          </ac:spMkLst>
        </pc:spChg>
        <pc:picChg chg="mod">
          <ac:chgData name="Hurd, Mabel" userId="S::mahurd@email.sc.edu::4942532d-276d-4354-b436-2a8bfc17e062" providerId="AD" clId="Web-{2D9F342D-65A7-46F0-40F3-7BFF75C3F176}" dt="2026-09-01T18:11:06.846" v="16" actId="1076"/>
          <ac:picMkLst>
            <pc:docMk/>
            <pc:sldMk cId="1238759222" sldId="260"/>
            <ac:picMk id="3" creationId="{9AC29942-FACA-D7BC-E503-8084822A5E04}"/>
          </ac:picMkLst>
        </pc:picChg>
        <pc:picChg chg="add mod">
          <ac:chgData name="Hurd, Mabel" userId="S::mahurd@email.sc.edu::4942532d-276d-4354-b436-2a8bfc17e062" providerId="AD" clId="Web-{2D9F342D-65A7-46F0-40F3-7BFF75C3F176}" dt="2026-09-01T18:11:02.033" v="14"/>
          <ac:picMkLst>
            <pc:docMk/>
            <pc:sldMk cId="1238759222" sldId="260"/>
            <ac:picMk id="6" creationId="{B248ACF1-AEDA-FD15-5BD5-51C3DEE83E86}"/>
          </ac:picMkLst>
        </pc:picChg>
        <pc:picChg chg="add mod">
          <ac:chgData name="Hurd, Mabel" userId="S::mahurd@email.sc.edu::4942532d-276d-4354-b436-2a8bfc17e062" providerId="AD" clId="Web-{2D9F342D-65A7-46F0-40F3-7BFF75C3F176}" dt="2026-09-01T18:11:07.924" v="17"/>
          <ac:picMkLst>
            <pc:docMk/>
            <pc:sldMk cId="1238759222" sldId="260"/>
            <ac:picMk id="7" creationId="{F8DECEC7-DEBA-04C0-C339-A5F5AAACD112}"/>
          </ac:picMkLst>
        </pc:picChg>
        <pc:picChg chg="add mod">
          <ac:chgData name="Hurd, Mabel" userId="S::mahurd@email.sc.edu::4942532d-276d-4354-b436-2a8bfc17e062" providerId="AD" clId="Web-{2D9F342D-65A7-46F0-40F3-7BFF75C3F176}" dt="2026-09-01T18:11:13.236" v="18"/>
          <ac:picMkLst>
            <pc:docMk/>
            <pc:sldMk cId="1238759222" sldId="260"/>
            <ac:picMk id="8" creationId="{3201DD44-1CF2-5D92-97AB-08C2D1D0180C}"/>
          </ac:picMkLst>
        </pc:picChg>
        <pc:picChg chg="add mod modCrop">
          <ac:chgData name="Hurd, Mabel" userId="S::mahurd@email.sc.edu::4942532d-276d-4354-b436-2a8bfc17e062" providerId="AD" clId="Web-{2D9F342D-65A7-46F0-40F3-7BFF75C3F176}" dt="2026-09-01T18:13:38.799" v="31" actId="1076"/>
          <ac:picMkLst>
            <pc:docMk/>
            <pc:sldMk cId="1238759222" sldId="260"/>
            <ac:picMk id="10" creationId="{C3180A2B-AADF-4D52-FDF3-D7CBE275C730}"/>
          </ac:picMkLst>
        </pc:picChg>
      </pc:sldChg>
    </pc:docChg>
  </pc:docChgLst>
  <pc:docChgLst>
    <pc:chgData name="Davis-Moses, Alphanso" userId="fb2cf878-4c18-4b15-aa70-098e4bb4589f" providerId="ADAL" clId="{87C0624E-F01B-47ED-B082-479B6D81E42B}"/>
    <pc:docChg chg="undo custSel addSld delSld modSld">
      <pc:chgData name="Davis-Moses, Alphanso" userId="fb2cf878-4c18-4b15-aa70-098e4bb4589f" providerId="ADAL" clId="{87C0624E-F01B-47ED-B082-479B6D81E42B}" dt="2026-09-08T18:30:08.021" v="3268" actId="20577"/>
      <pc:docMkLst>
        <pc:docMk/>
      </pc:docMkLst>
      <pc:sldChg chg="addSp delSp modSp add mod modTransition modNotesTx">
        <pc:chgData name="Davis-Moses, Alphanso" userId="fb2cf878-4c18-4b15-aa70-098e4bb4589f" providerId="ADAL" clId="{87C0624E-F01B-47ED-B082-479B6D81E42B}" dt="2026-09-08T18:30:08.021" v="3268" actId="20577"/>
        <pc:sldMkLst>
          <pc:docMk/>
          <pc:sldMk cId="2188683077" sldId="257"/>
        </pc:sldMkLst>
        <pc:spChg chg="add del mod">
          <ac:chgData name="Davis-Moses, Alphanso" userId="fb2cf878-4c18-4b15-aa70-098e4bb4589f" providerId="ADAL" clId="{87C0624E-F01B-47ED-B082-479B6D81E42B}" dt="2026-09-08T17:31:43.345" v="3199"/>
          <ac:spMkLst>
            <pc:docMk/>
            <pc:sldMk cId="2188683077" sldId="257"/>
            <ac:spMk id="2" creationId="{6F72A392-9510-95B3-5BC0-8770B6100D4C}"/>
          </ac:spMkLst>
        </pc:spChg>
        <pc:spChg chg="mod">
          <ac:chgData name="Davis-Moses, Alphanso" userId="fb2cf878-4c18-4b15-aa70-098e4bb4589f" providerId="ADAL" clId="{87C0624E-F01B-47ED-B082-479B6D81E42B}" dt="2026-09-08T18:30:08.021" v="3268" actId="20577"/>
          <ac:spMkLst>
            <pc:docMk/>
            <pc:sldMk cId="2188683077" sldId="257"/>
            <ac:spMk id="11" creationId="{4049DF59-8B84-46D6-8177-5271FA5C14A8}"/>
          </ac:spMkLst>
        </pc:spChg>
        <pc:spChg chg="mod">
          <ac:chgData name="Davis-Moses, Alphanso" userId="fb2cf878-4c18-4b15-aa70-098e4bb4589f" providerId="ADAL" clId="{87C0624E-F01B-47ED-B082-479B6D81E42B}" dt="2026-09-08T18:21:49.965" v="3239" actId="20577"/>
          <ac:spMkLst>
            <pc:docMk/>
            <pc:sldMk cId="2188683077" sldId="257"/>
            <ac:spMk id="34" creationId="{40807B46-819C-4533-A26D-4F29BB0F43C7}"/>
          </ac:spMkLst>
        </pc:spChg>
        <pc:cxnChg chg="mod">
          <ac:chgData name="Davis-Moses, Alphanso" userId="fb2cf878-4c18-4b15-aa70-098e4bb4589f" providerId="ADAL" clId="{87C0624E-F01B-47ED-B082-479B6D81E42B}" dt="2026-09-08T18:10:10.551" v="3210" actId="14100"/>
          <ac:cxnSpMkLst>
            <pc:docMk/>
            <pc:sldMk cId="2188683077" sldId="257"/>
            <ac:cxnSpMk id="54" creationId="{00000000-0000-0000-0000-000000000000}"/>
          </ac:cxnSpMkLst>
        </pc:cxnChg>
      </pc:sldChg>
      <pc:sldChg chg="addSp delSp modSp new mod modTransition modNotesTx">
        <pc:chgData name="Davis-Moses, Alphanso" userId="fb2cf878-4c18-4b15-aa70-098e4bb4589f" providerId="ADAL" clId="{87C0624E-F01B-47ED-B082-479B6D81E42B}" dt="2026-09-08T17:33:32.372" v="3202"/>
        <pc:sldMkLst>
          <pc:docMk/>
          <pc:sldMk cId="2774684469" sldId="259"/>
        </pc:sldMkLst>
        <pc:spChg chg="mod">
          <ac:chgData name="Davis-Moses, Alphanso" userId="fb2cf878-4c18-4b15-aa70-098e4bb4589f" providerId="ADAL" clId="{87C0624E-F01B-47ED-B082-479B6D81E42B}" dt="2026-08-30T19:14:43.565" v="269" actId="20577"/>
          <ac:spMkLst>
            <pc:docMk/>
            <pc:sldMk cId="2774684469" sldId="259"/>
            <ac:spMk id="2" creationId="{6C3AE508-03AB-E8CF-B9C6-83C5A2A82AB6}"/>
          </ac:spMkLst>
        </pc:spChg>
        <pc:spChg chg="add del mod">
          <ac:chgData name="Davis-Moses, Alphanso" userId="fb2cf878-4c18-4b15-aa70-098e4bb4589f" providerId="ADAL" clId="{87C0624E-F01B-47ED-B082-479B6D81E42B}" dt="2026-08-30T20:52:08.955" v="1356" actId="15"/>
          <ac:spMkLst>
            <pc:docMk/>
            <pc:sldMk cId="2774684469" sldId="259"/>
            <ac:spMk id="3" creationId="{EB60C9D9-FF48-0AA7-9AB5-41D3685E217E}"/>
          </ac:spMkLst>
        </pc:spChg>
      </pc:sldChg>
      <pc:sldChg chg="addSp delSp modSp new mod modTransition modNotesTx">
        <pc:chgData name="Davis-Moses, Alphanso" userId="fb2cf878-4c18-4b15-aa70-098e4bb4589f" providerId="ADAL" clId="{87C0624E-F01B-47ED-B082-479B6D81E42B}" dt="2026-09-08T18:01:51.217" v="3208" actId="20577"/>
        <pc:sldMkLst>
          <pc:docMk/>
          <pc:sldMk cId="1238759222" sldId="260"/>
        </pc:sldMkLst>
        <pc:spChg chg="add del mod">
          <ac:chgData name="Davis-Moses, Alphanso" userId="fb2cf878-4c18-4b15-aa70-098e4bb4589f" providerId="ADAL" clId="{87C0624E-F01B-47ED-B082-479B6D81E42B}" dt="2026-09-01T19:10:50.207" v="3093" actId="20577"/>
          <ac:spMkLst>
            <pc:docMk/>
            <pc:sldMk cId="1238759222" sldId="260"/>
            <ac:spMk id="2" creationId="{8658DC26-C1BC-AB8F-DF47-EA55F9DEB8B7}"/>
          </ac:spMkLst>
        </pc:spChg>
        <pc:spChg chg="add mod">
          <ac:chgData name="Davis-Moses, Alphanso" userId="fb2cf878-4c18-4b15-aa70-098e4bb4589f" providerId="ADAL" clId="{87C0624E-F01B-47ED-B082-479B6D81E42B}" dt="2026-09-01T16:38:44.727" v="2854" actId="1076"/>
          <ac:spMkLst>
            <pc:docMk/>
            <pc:sldMk cId="1238759222" sldId="260"/>
            <ac:spMk id="5" creationId="{F3CE159F-A459-DE4D-1156-619236A9F884}"/>
          </ac:spMkLst>
        </pc:spChg>
        <pc:spChg chg="add mod">
          <ac:chgData name="Davis-Moses, Alphanso" userId="fb2cf878-4c18-4b15-aa70-098e4bb4589f" providerId="ADAL" clId="{87C0624E-F01B-47ED-B082-479B6D81E42B}" dt="2026-09-01T16:38:39.099" v="2853" actId="1076"/>
          <ac:spMkLst>
            <pc:docMk/>
            <pc:sldMk cId="1238759222" sldId="260"/>
            <ac:spMk id="16" creationId="{D75653CE-95FF-128F-6FF0-164BF833FCCD}"/>
          </ac:spMkLst>
        </pc:spChg>
        <pc:spChg chg="add mod">
          <ac:chgData name="Davis-Moses, Alphanso" userId="fb2cf878-4c18-4b15-aa70-098e4bb4589f" providerId="ADAL" clId="{87C0624E-F01B-47ED-B082-479B6D81E42B}" dt="2026-09-01T16:38:39.099" v="2853" actId="1076"/>
          <ac:spMkLst>
            <pc:docMk/>
            <pc:sldMk cId="1238759222" sldId="260"/>
            <ac:spMk id="22" creationId="{7009BDDD-DB4C-85D2-9F7E-E80A123DA437}"/>
          </ac:spMkLst>
        </pc:spChg>
        <pc:spChg chg="add mod">
          <ac:chgData name="Davis-Moses, Alphanso" userId="fb2cf878-4c18-4b15-aa70-098e4bb4589f" providerId="ADAL" clId="{87C0624E-F01B-47ED-B082-479B6D81E42B}" dt="2026-09-01T16:38:39.099" v="2853" actId="1076"/>
          <ac:spMkLst>
            <pc:docMk/>
            <pc:sldMk cId="1238759222" sldId="260"/>
            <ac:spMk id="24" creationId="{B7FAD3F4-C501-D8E5-EB3E-374BCA5631D9}"/>
          </ac:spMkLst>
        </pc:spChg>
        <pc:spChg chg="add mod">
          <ac:chgData name="Davis-Moses, Alphanso" userId="fb2cf878-4c18-4b15-aa70-098e4bb4589f" providerId="ADAL" clId="{87C0624E-F01B-47ED-B082-479B6D81E42B}" dt="2026-09-01T16:39:37.627" v="2855" actId="2085"/>
          <ac:spMkLst>
            <pc:docMk/>
            <pc:sldMk cId="1238759222" sldId="260"/>
            <ac:spMk id="26" creationId="{3AD798E1-D70C-AB15-9A88-B83C5EDEA01F}"/>
          </ac:spMkLst>
        </pc:spChg>
        <pc:spChg chg="add mod">
          <ac:chgData name="Davis-Moses, Alphanso" userId="fb2cf878-4c18-4b15-aa70-098e4bb4589f" providerId="ADAL" clId="{87C0624E-F01B-47ED-B082-479B6D81E42B}" dt="2026-09-01T16:40:07.916" v="2902" actId="2085"/>
          <ac:spMkLst>
            <pc:docMk/>
            <pc:sldMk cId="1238759222" sldId="260"/>
            <ac:spMk id="28" creationId="{2F014B83-1A7F-074E-480D-4C35135AF1F7}"/>
          </ac:spMkLst>
        </pc:spChg>
        <pc:spChg chg="add mod">
          <ac:chgData name="Davis-Moses, Alphanso" userId="fb2cf878-4c18-4b15-aa70-098e4bb4589f" providerId="ADAL" clId="{87C0624E-F01B-47ED-B082-479B6D81E42B}" dt="2026-09-01T16:41:43.193" v="2914" actId="20577"/>
          <ac:spMkLst>
            <pc:docMk/>
            <pc:sldMk cId="1238759222" sldId="260"/>
            <ac:spMk id="30" creationId="{20B4A406-DE22-E30C-609A-6D235C3D5FA7}"/>
          </ac:spMkLst>
        </pc:spChg>
        <pc:picChg chg="mod modCrop">
          <ac:chgData name="Davis-Moses, Alphanso" userId="fb2cf878-4c18-4b15-aa70-098e4bb4589f" providerId="ADAL" clId="{87C0624E-F01B-47ED-B082-479B6D81E42B}" dt="2026-09-01T18:50:49.205" v="2938" actId="1076"/>
          <ac:picMkLst>
            <pc:docMk/>
            <pc:sldMk cId="1238759222" sldId="260"/>
            <ac:picMk id="3" creationId="{9AC29942-FACA-D7BC-E503-8084822A5E04}"/>
          </ac:picMkLst>
        </pc:picChg>
        <pc:picChg chg="add mod modCrop">
          <ac:chgData name="Davis-Moses, Alphanso" userId="fb2cf878-4c18-4b15-aa70-098e4bb4589f" providerId="ADAL" clId="{87C0624E-F01B-47ED-B082-479B6D81E42B}" dt="2026-09-01T16:38:39.099" v="2853" actId="1076"/>
          <ac:picMkLst>
            <pc:docMk/>
            <pc:sldMk cId="1238759222" sldId="260"/>
            <ac:picMk id="9" creationId="{8B168F92-CAC5-2255-8782-A21CEF759F44}"/>
          </ac:picMkLst>
        </pc:picChg>
      </pc:sldChg>
      <pc:sldChg chg="addSp delSp modSp add del mod">
        <pc:chgData name="Davis-Moses, Alphanso" userId="fb2cf878-4c18-4b15-aa70-098e4bb4589f" providerId="ADAL" clId="{87C0624E-F01B-47ED-B082-479B6D81E42B}" dt="2026-09-08T17:26:11.587" v="3123" actId="2696"/>
        <pc:sldMkLst>
          <pc:docMk/>
          <pc:sldMk cId="118179343" sldId="261"/>
        </pc:sldMkLst>
      </pc:sldChg>
      <pc:sldChg chg="modTransition">
        <pc:chgData name="Davis-Moses, Alphanso" userId="fb2cf878-4c18-4b15-aa70-098e4bb4589f" providerId="ADAL" clId="{87C0624E-F01B-47ED-B082-479B6D81E42B}" dt="2026-09-08T17:33:25.085" v="3201"/>
        <pc:sldMkLst>
          <pc:docMk/>
          <pc:sldMk cId="1846546962" sldId="262"/>
        </pc:sldMkLst>
      </pc:sldChg>
      <pc:sldChg chg="add modTransition">
        <pc:chgData name="Davis-Moses, Alphanso" userId="fb2cf878-4c18-4b15-aa70-098e4bb4589f" providerId="ADAL" clId="{87C0624E-F01B-47ED-B082-479B6D81E42B}" dt="2026-09-08T17:33:34.739" v="3203"/>
        <pc:sldMkLst>
          <pc:docMk/>
          <pc:sldMk cId="159436894" sldId="263"/>
        </pc:sldMkLst>
      </pc:sldChg>
    </pc:docChg>
  </pc:docChgLst>
  <pc:docChgLst>
    <pc:chgData name="Cartis, Simion" userId="S::scartis@email.sc.edu::4f44a116-3f93-4119-a33c-35dba3adde67" providerId="AD" clId="Web-{5067DE0B-EE7E-5692-D773-811C09D62DA9}"/>
    <pc:docChg chg="addSld delSld modSld sldOrd">
      <pc:chgData name="Cartis, Simion" userId="S::scartis@email.sc.edu::4f44a116-3f93-4119-a33c-35dba3adde67" providerId="AD" clId="Web-{5067DE0B-EE7E-5692-D773-811C09D62DA9}" dt="2026-09-08T17:23:51.363" v="355" actId="20577"/>
      <pc:docMkLst>
        <pc:docMk/>
      </pc:docMkLst>
      <pc:sldChg chg="modSp del ord">
        <pc:chgData name="Cartis, Simion" userId="S::scartis@email.sc.edu::4f44a116-3f93-4119-a33c-35dba3adde67" providerId="AD" clId="Web-{5067DE0B-EE7E-5692-D773-811C09D62DA9}" dt="2026-09-08T17:09:09.867" v="296"/>
        <pc:sldMkLst>
          <pc:docMk/>
          <pc:sldMk cId="1960682662" sldId="257"/>
        </pc:sldMkLst>
        <pc:spChg chg="mod">
          <ac:chgData name="Cartis, Simion" userId="S::scartis@email.sc.edu::4f44a116-3f93-4119-a33c-35dba3adde67" providerId="AD" clId="Web-{5067DE0B-EE7E-5692-D773-811C09D62DA9}" dt="2026-09-08T01:12:37.729" v="295" actId="20577"/>
          <ac:spMkLst>
            <pc:docMk/>
            <pc:sldMk cId="1960682662" sldId="257"/>
            <ac:spMk id="2" creationId="{5509BC36-9A88-DE08-43C8-72C8F3508046}"/>
          </ac:spMkLst>
        </pc:spChg>
      </pc:sldChg>
      <pc:sldChg chg="modSp">
        <pc:chgData name="Cartis, Simion" userId="S::scartis@email.sc.edu::4f44a116-3f93-4119-a33c-35dba3adde67" providerId="AD" clId="Web-{5067DE0B-EE7E-5692-D773-811C09D62DA9}" dt="2026-09-08T17:23:51.363" v="355" actId="20577"/>
        <pc:sldMkLst>
          <pc:docMk/>
          <pc:sldMk cId="2774684469" sldId="259"/>
        </pc:sldMkLst>
        <pc:spChg chg="mod">
          <ac:chgData name="Cartis, Simion" userId="S::scartis@email.sc.edu::4f44a116-3f93-4119-a33c-35dba3adde67" providerId="AD" clId="Web-{5067DE0B-EE7E-5692-D773-811C09D62DA9}" dt="2026-09-08T17:23:51.363" v="355" actId="20577"/>
          <ac:spMkLst>
            <pc:docMk/>
            <pc:sldMk cId="2774684469" sldId="259"/>
            <ac:spMk id="3" creationId="{EB60C9D9-FF48-0AA7-9AB5-41D3685E217E}"/>
          </ac:spMkLst>
        </pc:spChg>
      </pc:sldChg>
      <pc:sldChg chg="modSp">
        <pc:chgData name="Cartis, Simion" userId="S::scartis@email.sc.edu::4f44a116-3f93-4119-a33c-35dba3adde67" providerId="AD" clId="Web-{5067DE0B-EE7E-5692-D773-811C09D62DA9}" dt="2026-09-07T22:28:57.164" v="43" actId="20577"/>
        <pc:sldMkLst>
          <pc:docMk/>
          <pc:sldMk cId="1238759222" sldId="260"/>
        </pc:sldMkLst>
        <pc:spChg chg="mod">
          <ac:chgData name="Cartis, Simion" userId="S::scartis@email.sc.edu::4f44a116-3f93-4119-a33c-35dba3adde67" providerId="AD" clId="Web-{5067DE0B-EE7E-5692-D773-811C09D62DA9}" dt="2026-09-07T22:28:57.164" v="43" actId="20577"/>
          <ac:spMkLst>
            <pc:docMk/>
            <pc:sldMk cId="1238759222" sldId="260"/>
            <ac:spMk id="2" creationId="{8658DC26-C1BC-AB8F-DF47-EA55F9DEB8B7}"/>
          </ac:spMkLst>
        </pc:spChg>
      </pc:sldChg>
      <pc:sldChg chg="modSp add replId">
        <pc:chgData name="Cartis, Simion" userId="S::scartis@email.sc.edu::4f44a116-3f93-4119-a33c-35dba3adde67" providerId="AD" clId="Web-{5067DE0B-EE7E-5692-D773-811C09D62DA9}" dt="2026-09-07T22:44:11.752" v="286" actId="20577"/>
        <pc:sldMkLst>
          <pc:docMk/>
          <pc:sldMk cId="1846546962" sldId="262"/>
        </pc:sldMkLst>
        <pc:spChg chg="mod">
          <ac:chgData name="Cartis, Simion" userId="S::scartis@email.sc.edu::4f44a116-3f93-4119-a33c-35dba3adde67" providerId="AD" clId="Web-{5067DE0B-EE7E-5692-D773-811C09D62DA9}" dt="2026-09-07T22:44:11.752" v="286" actId="20577"/>
          <ac:spMkLst>
            <pc:docMk/>
            <pc:sldMk cId="1846546962" sldId="262"/>
            <ac:spMk id="3" creationId="{A47F5D5C-5F21-135E-5430-034077C72977}"/>
          </ac:spMkLst>
        </pc:spChg>
      </pc:sldChg>
    </pc:docChg>
  </pc:docChgLst>
  <pc:docChgLst>
    <pc:chgData name="Cartis, Simion" userId="S::scartis@email.sc.edu::4f44a116-3f93-4119-a33c-35dba3adde67" providerId="AD" clId="Web-{00000000-0000-0000-0000-000000000000}"/>
    <pc:docChg chg="modSld">
      <pc:chgData name="Cartis, Simion" userId="S::scartis@email.sc.edu::4f44a116-3f93-4119-a33c-35dba3adde67" providerId="AD" clId="Web-{00000000-0000-0000-0000-000000000000}" dt="2026-09-01T19:05:20.395" v="1199" actId="20577"/>
      <pc:docMkLst>
        <pc:docMk/>
      </pc:docMkLst>
      <pc:sldChg chg="modSp">
        <pc:chgData name="Cartis, Simion" userId="S::scartis@email.sc.edu::4f44a116-3f93-4119-a33c-35dba3adde67" providerId="AD" clId="Web-{00000000-0000-0000-0000-000000000000}" dt="2026-08-30T21:26:35.563" v="1166" actId="20577"/>
        <pc:sldMkLst>
          <pc:docMk/>
          <pc:sldMk cId="1238759222" sldId="260"/>
        </pc:sldMkLst>
        <pc:spChg chg="mod">
          <ac:chgData name="Cartis, Simion" userId="S::scartis@email.sc.edu::4f44a116-3f93-4119-a33c-35dba3adde67" providerId="AD" clId="Web-{00000000-0000-0000-0000-000000000000}" dt="2026-08-30T20:32:34.149" v="156" actId="20577"/>
          <ac:spMkLst>
            <pc:docMk/>
            <pc:sldMk cId="1238759222" sldId="260"/>
            <ac:spMk id="22" creationId="{7009BDDD-DB4C-85D2-9F7E-E80A123DA437}"/>
          </ac:spMkLst>
        </pc:spChg>
        <pc:spChg chg="mod">
          <ac:chgData name="Cartis, Simion" userId="S::scartis@email.sc.edu::4f44a116-3f93-4119-a33c-35dba3adde67" providerId="AD" clId="Web-{00000000-0000-0000-0000-000000000000}" dt="2026-08-30T21:26:35.563" v="1166" actId="20577"/>
          <ac:spMkLst>
            <pc:docMk/>
            <pc:sldMk cId="1238759222" sldId="260"/>
            <ac:spMk id="28" creationId="{2F014B83-1A7F-074E-480D-4C35135AF1F7}"/>
          </ac:spMkLst>
        </pc:spChg>
      </pc:sldChg>
    </pc:docChg>
  </pc:docChgLst>
  <pc:docChgLst>
    <pc:chgData name="Hurd, Mabel" userId="S::mahurd@email.sc.edu::4942532d-276d-4354-b436-2a8bfc17e062" providerId="AD" clId="Web-{56D62F06-68EB-028A-2F14-6871DB8C9E23}"/>
    <pc:docChg chg="addSld modSld">
      <pc:chgData name="Hurd, Mabel" userId="S::mahurd@email.sc.edu::4942532d-276d-4354-b436-2a8bfc17e062" providerId="AD" clId="Web-{56D62F06-68EB-028A-2F14-6871DB8C9E23}" dt="2026-08-30T20:32:58.995" v="12" actId="20577"/>
      <pc:docMkLst>
        <pc:docMk/>
      </pc:docMkLst>
      <pc:sldChg chg="addSp delSp modSp">
        <pc:chgData name="Hurd, Mabel" userId="S::mahurd@email.sc.edu::4942532d-276d-4354-b436-2a8bfc17e062" providerId="AD" clId="Web-{56D62F06-68EB-028A-2F14-6871DB8C9E23}" dt="2026-08-30T20:32:23.650" v="6"/>
        <pc:sldMkLst>
          <pc:docMk/>
          <pc:sldMk cId="1238759222" sldId="260"/>
        </pc:sldMkLst>
      </pc:sldChg>
    </pc:docChg>
  </pc:docChgLst>
  <pc:docChgLst>
    <pc:chgData name="Hurd, Mabel" userId="S::mahurd@email.sc.edu::4942532d-276d-4354-b436-2a8bfc17e062" providerId="AD" clId="Web-{19364938-D3B4-2F9D-5E4B-1BA00CE611F8}"/>
    <pc:docChg chg="modSld">
      <pc:chgData name="Hurd, Mabel" userId="S::mahurd@email.sc.edu::4942532d-276d-4354-b436-2a8bfc17e062" providerId="AD" clId="Web-{19364938-D3B4-2F9D-5E4B-1BA00CE611F8}" dt="2026-09-08T17:56:33.576" v="45" actId="20577"/>
      <pc:docMkLst>
        <pc:docMk/>
      </pc:docMkLst>
      <pc:sldChg chg="modSp">
        <pc:chgData name="Hurd, Mabel" userId="S::mahurd@email.sc.edu::4942532d-276d-4354-b436-2a8bfc17e062" providerId="AD" clId="Web-{19364938-D3B4-2F9D-5E4B-1BA00CE611F8}" dt="2026-09-08T17:56:33.576" v="45" actId="20577"/>
        <pc:sldMkLst>
          <pc:docMk/>
          <pc:sldMk cId="2774684469" sldId="259"/>
        </pc:sldMkLst>
        <pc:spChg chg="mod">
          <ac:chgData name="Hurd, Mabel" userId="S::mahurd@email.sc.edu::4942532d-276d-4354-b436-2a8bfc17e062" providerId="AD" clId="Web-{19364938-D3B4-2F9D-5E4B-1BA00CE611F8}" dt="2026-09-08T17:56:33.576" v="45" actId="20577"/>
          <ac:spMkLst>
            <pc:docMk/>
            <pc:sldMk cId="2774684469" sldId="259"/>
            <ac:spMk id="3" creationId="{EB60C9D9-FF48-0AA7-9AB5-41D3685E217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6531D-5195-47F5-B01D-49CE38665F9B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79A26C-AA6B-47BE-9BC4-ABBC88E87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70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Title, members, why we teamed up and synergy. “Focusing on how our technical work translates into practical value and real-world applications.”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9A26C-AA6B-47BE-9BC4-ABBC88E8797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7317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66FE9-E1D7-6DED-099C-AD392D211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1F29C4-6C78-A774-24CC-91587499AC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FBF19E-1A29-6102-92A7-891ACD05D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What is the problem, why is it interesting to us, project type (replications/extension)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F9140-0DCB-46D3-B71E-26CB5E27F0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9A26C-AA6B-47BE-9BC4-ABBC88E8797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0336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FAR = False Acceptance Rate (Identity Verification)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FRR = False Rejection Rate (Identity Verification)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Equal Error Rate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Qualitatively (what kind of results/plots and figures), quantitatively: what kind of analysis (performance metrics/statistical tests), are we comparing it to existing solutions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9A26C-AA6B-47BE-9BC4-ABBC88E8797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9246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C845B-6C1D-D7EB-DE4B-63F34DAED6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19BDDA-F798-EA70-8D7C-5A6C0124DB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4C3AF-CE79-98D6-CAD7-DB391054D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EEE4C-AC36-D843-93F0-7FBDB3BEF74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6081E-7112-2176-DBD0-F8EC8D134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23CD3-67F2-72B7-6637-6C91DBB36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8D24D-7D9B-FF46-A93B-FA385A7EB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094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170F5-9F6B-C74E-F01F-2660420B1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85579-9C58-ADAA-5DFB-B5E6EB81C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8993C-E334-E5D9-9A2A-2F0AC1767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EEE4C-AC36-D843-93F0-7FBDB3BEF74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5A685-E137-7C9C-BE63-70E6B6822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4F7D3-307B-2CE2-39C8-F9CDFCE25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8D24D-7D9B-FF46-A93B-FA385A7EB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036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44A4-D82D-5A09-79B0-D034BF269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44139-B38F-5DF3-C094-2B15CEEDD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5088A-A2B2-ECA9-D31B-3DD83B9E4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EEE4C-AC36-D843-93F0-7FBDB3BEF74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FAC20-18E9-6146-1592-998D3463C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4DD2A-550F-8994-E1C9-9D2B55A71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8D24D-7D9B-FF46-A93B-FA385A7EB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943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5CC7A-9F0A-ECC4-085E-D8CFDD9F2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8529F-9CA5-ACC6-7CE4-A7234843B6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BED49-37CA-B72E-AE00-603927F4E2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ED9F5B-2409-82BF-6AE2-A82A70134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EEE4C-AC36-D843-93F0-7FBDB3BEF74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C51BC8-A6BE-9D28-347B-6C6CF40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78DC8B-991F-E639-B7B9-58EA880F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8D24D-7D9B-FF46-A93B-FA385A7EB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71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6F910-FBBF-7F6B-B872-45B18906D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FF2AD-1506-89E1-C598-B153889AD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467C6A-490B-9A5F-272E-0B566C36E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48D8D7-2215-D4B6-14BC-7C82806746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82144D-CF62-0B5F-6448-A531CAF6E0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BA0262-B832-C84C-0E25-CBC39F798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EEE4C-AC36-D843-93F0-7FBDB3BEF74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C575AA-D23C-8A58-1C46-9A66104C2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E9EFB3-6C7A-8ECF-068E-EAF504187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8D24D-7D9B-FF46-A93B-FA385A7EB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38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FF7AD-B3F5-5CF2-B11D-614E4BF16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7D9AAA-B560-AC5E-C914-2963C7D6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EEE4C-AC36-D843-93F0-7FBDB3BEF74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1B71BA-CC54-90FA-6368-A75E8CC26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09A1-397D-E607-FC92-0BC798F2A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8D24D-7D9B-FF46-A93B-FA385A7EB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398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E96D73-D799-76B3-BDA8-A0D71814A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EEE4C-AC36-D843-93F0-7FBDB3BEF74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50B453-CB80-193A-18DA-DF9EE7222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230BE4-3E36-627D-DC35-CDF71F251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8D24D-7D9B-FF46-A93B-FA385A7EB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076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5B51E-6E4E-FD92-57E3-18A7CD5C4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8E8E1-BD45-F869-81B9-14F707155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BA2E1B-06E4-C344-EB2D-91A81F0A0E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02063-93F3-F73A-1C1D-391B22DC0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EEE4C-AC36-D843-93F0-7FBDB3BEF74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14187E-6799-F38E-4DB2-E528DEF3C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9FC598-E170-2C0A-3999-2E5080DAB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8D24D-7D9B-FF46-A93B-FA385A7EB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02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FCD05-3AF3-2597-67C0-548BB0A12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A7683A-10F3-0EC0-290B-167268F567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94F3E1-2AB7-63EA-E104-C151253E0D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857870-392B-43C5-7B95-927925503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EEE4C-AC36-D843-93F0-7FBDB3BEF74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20F3DB-94F7-62D4-E8BD-A6B05EA80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3FB520-6D1B-97D4-E8F8-C139DBEE9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8D24D-7D9B-FF46-A93B-FA385A7EB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431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98F86-1592-C4A0-2592-D638520D2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8522D2-F041-7BA4-7293-4FDBA348DF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C9856-8965-9DCC-BD38-30021A986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EEE4C-AC36-D843-93F0-7FBDB3BEF74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A0729-70A2-59B3-DC63-9C8B9B53F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C2859-F03F-1CF6-E9B9-69965CE92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8D24D-7D9B-FF46-A93B-FA385A7EB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90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356EC1-A08C-A983-16AE-D33EAEC5B0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0BB1C6-635B-1115-A4DC-3326D00CA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2B2EA-6B99-7C33-27AE-079423D20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EEE4C-AC36-D843-93F0-7FBDB3BEF74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899E1-0EF4-2AC7-A7FD-BB947FBF6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14C69-ECE1-589F-A4CA-4825AD3A0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8D24D-7D9B-FF46-A93B-FA385A7EB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0869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8087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53DE7D-E1BA-D8AA-3C68-4D5FB0F52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E2F17-3F63-1B36-2CF3-52F1751C0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342A2-824D-32DF-3D96-C88462B7B9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BEEE4C-AC36-D843-93F0-7FBDB3BEF74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27C62-9845-2DEA-0ABE-DCB20E5CE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DD81E-7A11-CC57-4750-7071285687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8D24D-7D9B-FF46-A93B-FA385A7EB1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861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8DC26-C1BC-AB8F-DF47-EA55F9DEB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i="1"/>
              <a:t>Optimizing Facial Recognition Models to Improve Power and Speed Efficiency</a:t>
            </a:r>
            <a:endParaRPr lang="en-US">
              <a:ea typeface="Calibri Light"/>
              <a:cs typeface="Calibri Ligh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5653CE-95FF-128F-6FF0-164BF833FCCD}"/>
              </a:ext>
            </a:extLst>
          </p:cNvPr>
          <p:cNvSpPr txBox="1"/>
          <p:nvPr/>
        </p:nvSpPr>
        <p:spPr>
          <a:xfrm>
            <a:off x="976420" y="1741098"/>
            <a:ext cx="321280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Alphanso Davis-Moses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09BDDD-DB4C-85D2-9F7E-E80A123DA437}"/>
              </a:ext>
            </a:extLst>
          </p:cNvPr>
          <p:cNvSpPr txBox="1"/>
          <p:nvPr/>
        </p:nvSpPr>
        <p:spPr>
          <a:xfrm>
            <a:off x="4478076" y="1741098"/>
            <a:ext cx="321280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r>
              <a:rPr lang="en-US">
                <a:ea typeface="Calibri"/>
                <a:cs typeface="Calibri"/>
              </a:rPr>
              <a:t>Simion </a:t>
            </a:r>
            <a:r>
              <a:rPr lang="en-US" err="1">
                <a:ea typeface="Calibri"/>
                <a:cs typeface="Calibri"/>
              </a:rPr>
              <a:t>Cartis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FAD3F4-C501-D8E5-EB3E-374BCA5631D9}"/>
              </a:ext>
            </a:extLst>
          </p:cNvPr>
          <p:cNvSpPr txBox="1"/>
          <p:nvPr/>
        </p:nvSpPr>
        <p:spPr>
          <a:xfrm>
            <a:off x="7979732" y="1741098"/>
            <a:ext cx="321280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r>
              <a:rPr lang="en-US">
                <a:ea typeface="Calibri"/>
                <a:cs typeface="Calibri"/>
              </a:rPr>
              <a:t>Mabel Hurd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D798E1-D70C-AB15-9A88-B83C5EDEA01F}"/>
              </a:ext>
            </a:extLst>
          </p:cNvPr>
          <p:cNvSpPr txBox="1"/>
          <p:nvPr/>
        </p:nvSpPr>
        <p:spPr>
          <a:xfrm>
            <a:off x="976420" y="4343400"/>
            <a:ext cx="3212808" cy="92333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/>
              <a:t>Supply Chain and Data Analytics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/>
              <a:t>Business Perspective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014B83-1A7F-074E-480D-4C35135AF1F7}"/>
              </a:ext>
            </a:extLst>
          </p:cNvPr>
          <p:cNvSpPr txBox="1"/>
          <p:nvPr/>
        </p:nvSpPr>
        <p:spPr>
          <a:xfrm>
            <a:off x="4478076" y="4343400"/>
            <a:ext cx="3212808" cy="64633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>
                <a:ea typeface="Calibri"/>
                <a:cs typeface="Calibri"/>
              </a:rPr>
              <a:t>Computer Science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>
                <a:ea typeface="Calibri"/>
                <a:cs typeface="Calibri"/>
              </a:rPr>
              <a:t>Developer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B4A406-DE22-E30C-609A-6D235C3D5FA7}"/>
              </a:ext>
            </a:extLst>
          </p:cNvPr>
          <p:cNvSpPr txBox="1"/>
          <p:nvPr/>
        </p:nvSpPr>
        <p:spPr>
          <a:xfrm>
            <a:off x="7979732" y="4343400"/>
            <a:ext cx="3212808" cy="92333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>
                <a:ea typeface="Calibri"/>
                <a:cs typeface="Calibri"/>
              </a:rPr>
              <a:t>Computer Science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>
                <a:ea typeface="Calibri"/>
                <a:cs typeface="Calibri"/>
              </a:rPr>
              <a:t>Developer, Research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CE159F-A459-DE4D-1156-619236A9F884}"/>
              </a:ext>
            </a:extLst>
          </p:cNvPr>
          <p:cNvSpPr txBox="1"/>
          <p:nvPr/>
        </p:nvSpPr>
        <p:spPr>
          <a:xfrm>
            <a:off x="838200" y="5567368"/>
            <a:ext cx="1035434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Our diverse backgrounds allow us to approach the problem from different angles and build a more comprehensive solution. </a:t>
            </a:r>
          </a:p>
          <a:p>
            <a:pPr algn="ctr"/>
            <a:r>
              <a:rPr lang="en-US"/>
              <a:t>Weekly Friday check-ins • Shared GitHub • Continuous communication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168F92-CAC5-2255-8782-A21CEF759F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27" t="14663" r="19226" b="26601"/>
          <a:stretch>
            <a:fillRect/>
          </a:stretch>
        </p:blipFill>
        <p:spPr>
          <a:xfrm>
            <a:off x="1752600" y="2294303"/>
            <a:ext cx="1600200" cy="192145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AC29942-FACA-D7BC-E503-8084822A5E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409"/>
          <a:stretch>
            <a:fillRect/>
          </a:stretch>
        </p:blipFill>
        <p:spPr>
          <a:xfrm rot="16200000">
            <a:off x="5045090" y="2776250"/>
            <a:ext cx="1940559" cy="1054751"/>
          </a:xfrm>
          <a:prstGeom prst="rect">
            <a:avLst/>
          </a:prstGeom>
        </p:spPr>
      </p:pic>
      <p:pic>
        <p:nvPicPr>
          <p:cNvPr id="6" name="Picture 5" descr="Mabel Hurd employee photo">
            <a:extLst>
              <a:ext uri="{FF2B5EF4-FFF2-40B4-BE49-F238E27FC236}">
                <a16:creationId xmlns:a16="http://schemas.microsoft.com/office/drawing/2014/main" id="{B248ACF1-AEDA-FD15-5BD5-51C3DEE83E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7" name="Picture 6" descr="Mabel Hurd employee photo">
            <a:extLst>
              <a:ext uri="{FF2B5EF4-FFF2-40B4-BE49-F238E27FC236}">
                <a16:creationId xmlns:a16="http://schemas.microsoft.com/office/drawing/2014/main" id="{F8DECEC7-DEBA-04C0-C339-A5F5AAACD1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8" name="Picture 7" descr="Mabel Hurd employee photo">
            <a:extLst>
              <a:ext uri="{FF2B5EF4-FFF2-40B4-BE49-F238E27FC236}">
                <a16:creationId xmlns:a16="http://schemas.microsoft.com/office/drawing/2014/main" id="{3201DD44-1CF2-5D92-97AB-08C2D1D018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180A2B-AADF-4D52-FDF3-D7CBE275C73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503" r="12717" b="391"/>
          <a:stretch>
            <a:fillRect/>
          </a:stretch>
        </p:blipFill>
        <p:spPr>
          <a:xfrm>
            <a:off x="8741103" y="2119586"/>
            <a:ext cx="1690420" cy="222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759222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3E8E5-634E-5460-AB1C-34D5F6587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98FFF-3D6E-FC0B-E040-9A6BAFB7F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F5D5C-5F21-135E-5430-034077C72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Facial recognition algorithms need to both identify if a face is valid and if it is a person's actual face as opposed to a picture of a face. Moreover, they need to do this quickly, efficiently, and accurately.</a:t>
            </a:r>
          </a:p>
          <a:p>
            <a:r>
              <a:rPr lang="en-US">
                <a:ea typeface="Calibri"/>
                <a:cs typeface="Calibri"/>
              </a:rPr>
              <a:t>As facial recognition becomes the standard authentication method for every-day devices, it is important that these models are both convenient and accurate</a:t>
            </a:r>
          </a:p>
          <a:p>
            <a:r>
              <a:rPr lang="en-US" b="1">
                <a:ea typeface="Calibri"/>
                <a:cs typeface="Calibri"/>
              </a:rPr>
              <a:t>Central question: </a:t>
            </a:r>
            <a:r>
              <a:rPr lang="en-US">
                <a:ea typeface="Calibri"/>
                <a:cs typeface="Calibri"/>
              </a:rPr>
              <a:t>are we able to quantize facial recognition models down from fp32 to int8 for battery/speed optimization while maintaining accuracy?</a:t>
            </a: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6546962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43189E2-B943-4857-8B37-0053DC520827}"/>
              </a:ext>
            </a:extLst>
          </p:cNvPr>
          <p:cNvSpPr>
            <a:spLocks noGrp="1"/>
          </p:cNvSpPr>
          <p:nvPr/>
        </p:nvSpPr>
        <p:spPr>
          <a:xfrm>
            <a:off x="723900" y="1048424"/>
            <a:ext cx="11068113" cy="77337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D8E3F0"/>
                </a:solidFill>
                <a:latin typeface="Calibri"/>
                <a:ea typeface="Calibri"/>
                <a:cs typeface="Calibri"/>
              </a:defRPr>
            </a:pPr>
            <a:r>
              <a:rPr lang="en-US" sz="2000">
                <a:solidFill>
                  <a:srgbClr val="D8E3F0"/>
                </a:solidFill>
                <a:latin typeface="Calibri"/>
              </a:rPr>
              <a:t>We will test whether INT8 quantization enables faster, lower-power facial authentication on a Raspberry Pi while keeping acceptable accuracy and security.</a:t>
            </a:r>
            <a:endParaRPr sz="2000" b="0">
              <a:solidFill>
                <a:srgbClr val="D8E3F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4199273-A8B9-4BB0-AD85-E15E19B82728}"/>
              </a:ext>
            </a:extLst>
          </p:cNvPr>
          <p:cNvSpPr>
            <a:spLocks noGrp="1"/>
          </p:cNvSpPr>
          <p:nvPr/>
        </p:nvSpPr>
        <p:spPr>
          <a:xfrm>
            <a:off x="723900" y="1821798"/>
            <a:ext cx="3333750" cy="323850"/>
          </a:xfrm>
          <a:prstGeom prst="roundRect">
            <a:avLst>
              <a:gd name="adj" fmla="val 41176"/>
            </a:avLst>
          </a:prstGeom>
          <a:solidFill>
            <a:srgbClr val="5B9BD5"/>
          </a:solidFill>
          <a:ln w="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34F2E1-37BD-416D-9221-CA9A0222F026}"/>
              </a:ext>
            </a:extLst>
          </p:cNvPr>
          <p:cNvSpPr>
            <a:spLocks noGrp="1"/>
          </p:cNvSpPr>
          <p:nvPr/>
        </p:nvSpPr>
        <p:spPr>
          <a:xfrm>
            <a:off x="857250" y="1840848"/>
            <a:ext cx="30670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F6F8FC"/>
                </a:solidFill>
                <a:latin typeface="Calibri"/>
                <a:ea typeface="Calibri"/>
                <a:cs typeface="Calibri"/>
              </a:defRPr>
            </a:pPr>
            <a:r>
              <a:rPr lang="en-US" sz="1125" b="1">
                <a:solidFill>
                  <a:srgbClr val="F6F8FC"/>
                </a:solidFill>
                <a:latin typeface="Calibri"/>
                <a:ea typeface="Calibri"/>
                <a:cs typeface="Calibri"/>
              </a:rPr>
              <a:t>EXISTING</a:t>
            </a:r>
            <a:r>
              <a:rPr sz="1125" b="1">
                <a:solidFill>
                  <a:srgbClr val="F6F8FC"/>
                </a:solidFill>
                <a:latin typeface="Calibri"/>
                <a:ea typeface="Calibri"/>
                <a:cs typeface="Calibri"/>
              </a:rPr>
              <a:t> MODELS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370527-F879-4F6A-B3FB-238E44415ED9}"/>
              </a:ext>
            </a:extLst>
          </p:cNvPr>
          <p:cNvSpPr>
            <a:spLocks noGrp="1"/>
          </p:cNvSpPr>
          <p:nvPr/>
        </p:nvSpPr>
        <p:spPr>
          <a:xfrm>
            <a:off x="723900" y="2269473"/>
            <a:ext cx="2514600" cy="1314450"/>
          </a:xfrm>
          <a:prstGeom prst="roundRect">
            <a:avLst>
              <a:gd name="adj" fmla="val 13043"/>
            </a:avLst>
          </a:prstGeom>
          <a:solidFill>
            <a:srgbClr val="DCEAF7"/>
          </a:solidFill>
          <a:ln w="1905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296C82-0577-4B5C-AECF-A3AECD40897F}"/>
              </a:ext>
            </a:extLst>
          </p:cNvPr>
          <p:cNvSpPr>
            <a:spLocks noGrp="1"/>
          </p:cNvSpPr>
          <p:nvPr/>
        </p:nvSpPr>
        <p:spPr>
          <a:xfrm>
            <a:off x="866775" y="2383773"/>
            <a:ext cx="22288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21354A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1354A"/>
                </a:solidFill>
                <a:latin typeface="Calibri"/>
                <a:ea typeface="Calibri"/>
                <a:cs typeface="Calibri"/>
              </a:rPr>
              <a:t>Liveness </a:t>
            </a:r>
            <a:r>
              <a:rPr lang="en-US" sz="1425" b="1">
                <a:solidFill>
                  <a:srgbClr val="21354A"/>
                </a:solidFill>
                <a:latin typeface="Calibri"/>
                <a:ea typeface="Calibri"/>
                <a:cs typeface="Calibri"/>
              </a:rPr>
              <a:t>D</a:t>
            </a:r>
            <a:r>
              <a:rPr sz="1425" b="1">
                <a:solidFill>
                  <a:srgbClr val="21354A"/>
                </a:solidFill>
                <a:latin typeface="Calibri"/>
                <a:ea typeface="Calibri"/>
                <a:cs typeface="Calibri"/>
              </a:rPr>
              <a:t>etection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D7E3FC-865B-4FAA-97F8-815ECC922C53}"/>
              </a:ext>
            </a:extLst>
          </p:cNvPr>
          <p:cNvSpPr>
            <a:spLocks noGrp="1"/>
          </p:cNvSpPr>
          <p:nvPr/>
        </p:nvSpPr>
        <p:spPr>
          <a:xfrm>
            <a:off x="876300" y="2793348"/>
            <a:ext cx="2209800" cy="695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  <a:defRPr sz="1088" b="0">
                <a:solidFill>
                  <a:srgbClr val="21354A"/>
                </a:solidFill>
                <a:latin typeface="Calibri"/>
                <a:ea typeface="Calibri"/>
                <a:cs typeface="Calibri"/>
              </a:defRPr>
            </a:pPr>
            <a:endParaRPr lang="en-US" sz="1400" b="0">
              <a:solidFill>
                <a:srgbClr val="21354A"/>
              </a:solidFill>
              <a:latin typeface="Calibri"/>
              <a:ea typeface="Calibri"/>
              <a:cs typeface="Calibri"/>
            </a:endParaRPr>
          </a:p>
          <a:p>
            <a:pPr marL="171450" indent="-171450" algn="ctr">
              <a:buFont typeface="Arial" panose="020B0604020202020204" pitchFamily="34" charset="0"/>
              <a:buChar char="•"/>
              <a:defRPr sz="1088" b="0">
                <a:solidFill>
                  <a:srgbClr val="21354A"/>
                </a:solidFill>
                <a:latin typeface="Calibri"/>
                <a:ea typeface="Calibri"/>
                <a:cs typeface="Calibri"/>
              </a:defRPr>
            </a:pPr>
            <a:r>
              <a:rPr lang="en-US" sz="1400">
                <a:solidFill>
                  <a:srgbClr val="21354A"/>
                </a:solidFill>
                <a:latin typeface="Calibri"/>
                <a:ea typeface="Calibri"/>
                <a:cs typeface="Calibri"/>
              </a:rPr>
              <a:t>Silent-Face-Anti-Spoofing</a:t>
            </a:r>
          </a:p>
          <a:p>
            <a:pPr marL="171450" indent="-171450" algn="ctr">
              <a:buFont typeface="Arial" panose="020B0604020202020204" pitchFamily="34" charset="0"/>
              <a:buChar char="•"/>
              <a:defRPr sz="1088" b="0">
                <a:solidFill>
                  <a:srgbClr val="21354A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21354A"/>
                </a:solidFill>
                <a:latin typeface="Calibri"/>
                <a:ea typeface="Calibri"/>
                <a:cs typeface="Calibri"/>
              </a:rPr>
              <a:t>Real person or photo / screen replay?</a:t>
            </a:r>
            <a:endParaRPr lang="en-US" sz="1400" b="0">
              <a:solidFill>
                <a:srgbClr val="21354A"/>
              </a:solidFill>
              <a:latin typeface="Calibri"/>
              <a:ea typeface="Calibri"/>
              <a:cs typeface="Calibri"/>
            </a:endParaRPr>
          </a:p>
          <a:p>
            <a:pPr marL="171450" indent="-171450" algn="ctr">
              <a:buFont typeface="Arial" panose="020B0604020202020204" pitchFamily="34" charset="0"/>
              <a:buChar char="•"/>
              <a:defRPr sz="1088" b="0">
                <a:solidFill>
                  <a:srgbClr val="21354A"/>
                </a:solidFill>
                <a:latin typeface="Calibri"/>
                <a:ea typeface="Calibri"/>
                <a:cs typeface="Calibri"/>
              </a:defRPr>
            </a:pPr>
            <a:endParaRPr sz="1400" b="0">
              <a:solidFill>
                <a:srgbClr val="21354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9991827-A872-41F0-94B2-720FC86D9BA4}"/>
              </a:ext>
            </a:extLst>
          </p:cNvPr>
          <p:cNvSpPr>
            <a:spLocks noGrp="1"/>
          </p:cNvSpPr>
          <p:nvPr/>
        </p:nvSpPr>
        <p:spPr>
          <a:xfrm>
            <a:off x="3695700" y="2269473"/>
            <a:ext cx="2514600" cy="1314450"/>
          </a:xfrm>
          <a:prstGeom prst="roundRect">
            <a:avLst>
              <a:gd name="adj" fmla="val 13043"/>
            </a:avLst>
          </a:prstGeom>
          <a:solidFill>
            <a:srgbClr val="DCEAF7"/>
          </a:solidFill>
          <a:ln w="1905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8A75F0-B92C-416F-857E-6CC567C4F9BD}"/>
              </a:ext>
            </a:extLst>
          </p:cNvPr>
          <p:cNvSpPr>
            <a:spLocks noGrp="1"/>
          </p:cNvSpPr>
          <p:nvPr/>
        </p:nvSpPr>
        <p:spPr>
          <a:xfrm>
            <a:off x="3838575" y="2383773"/>
            <a:ext cx="22288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21354A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1354A"/>
                </a:solidFill>
                <a:latin typeface="Calibri"/>
                <a:ea typeface="Calibri"/>
                <a:cs typeface="Calibri"/>
              </a:rPr>
              <a:t>Identity </a:t>
            </a:r>
            <a:r>
              <a:rPr lang="en-US" sz="1425" b="1">
                <a:solidFill>
                  <a:srgbClr val="21354A"/>
                </a:solidFill>
                <a:latin typeface="Calibri"/>
                <a:ea typeface="Calibri"/>
                <a:cs typeface="Calibri"/>
              </a:rPr>
              <a:t>V</a:t>
            </a:r>
            <a:r>
              <a:rPr sz="1425" b="1">
                <a:solidFill>
                  <a:srgbClr val="21354A"/>
                </a:solidFill>
                <a:latin typeface="Calibri"/>
                <a:ea typeface="Calibri"/>
                <a:cs typeface="Calibri"/>
              </a:rPr>
              <a:t>erification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49DF59-8B84-46D6-8177-5271FA5C14A8}"/>
              </a:ext>
            </a:extLst>
          </p:cNvPr>
          <p:cNvSpPr>
            <a:spLocks noGrp="1"/>
          </p:cNvSpPr>
          <p:nvPr/>
        </p:nvSpPr>
        <p:spPr>
          <a:xfrm>
            <a:off x="3848100" y="2793348"/>
            <a:ext cx="2209800" cy="695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  <a:defRPr sz="1088" b="0">
                <a:solidFill>
                  <a:srgbClr val="21354A"/>
                </a:solidFill>
                <a:latin typeface="Calibri"/>
                <a:ea typeface="Calibri"/>
                <a:cs typeface="Calibri"/>
              </a:defRPr>
            </a:pPr>
            <a:endParaRPr lang="en-US" sz="1400" b="0">
              <a:solidFill>
                <a:srgbClr val="21354A"/>
              </a:solidFill>
              <a:latin typeface="Calibri"/>
              <a:ea typeface="Calibri"/>
              <a:cs typeface="Calibri"/>
            </a:endParaRPr>
          </a:p>
          <a:p>
            <a:pPr marL="171450" indent="-171450" algn="ctr">
              <a:buFont typeface="Arial" panose="020B0604020202020204" pitchFamily="34" charset="0"/>
              <a:buChar char="•"/>
              <a:defRPr sz="1088" b="0">
                <a:solidFill>
                  <a:srgbClr val="21354A"/>
                </a:solidFill>
                <a:latin typeface="Calibri"/>
                <a:ea typeface="Calibri"/>
                <a:cs typeface="Calibri"/>
              </a:defRPr>
            </a:pPr>
            <a:r>
              <a:rPr lang="en-US" sz="1400" err="1">
                <a:solidFill>
                  <a:srgbClr val="21354A"/>
                </a:solidFill>
                <a:latin typeface="Calibri"/>
                <a:ea typeface="Calibri"/>
                <a:cs typeface="Calibri"/>
              </a:rPr>
              <a:t>InsightFace</a:t>
            </a:r>
            <a:endParaRPr lang="en-US" sz="1400">
              <a:solidFill>
                <a:srgbClr val="21354A"/>
              </a:solidFill>
              <a:latin typeface="Calibri"/>
              <a:ea typeface="Calibri"/>
              <a:cs typeface="Calibri"/>
            </a:endParaRPr>
          </a:p>
          <a:p>
            <a:pPr marL="171450" indent="-171450" algn="ctr">
              <a:buFont typeface="Arial" panose="020B0604020202020204" pitchFamily="34" charset="0"/>
              <a:buChar char="•"/>
              <a:defRPr sz="1088" b="0">
                <a:solidFill>
                  <a:srgbClr val="21354A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21354A"/>
                </a:solidFill>
                <a:latin typeface="Calibri"/>
                <a:ea typeface="Calibri"/>
                <a:cs typeface="Calibri"/>
              </a:rPr>
              <a:t>Does the live face match the </a:t>
            </a:r>
            <a:r>
              <a:rPr lang="en-US" sz="1400" b="0">
                <a:solidFill>
                  <a:srgbClr val="21354A"/>
                </a:solidFill>
                <a:latin typeface="Calibri"/>
                <a:ea typeface="Calibri"/>
                <a:cs typeface="Calibri"/>
              </a:rPr>
              <a:t>enrolled user</a:t>
            </a:r>
            <a:r>
              <a:rPr sz="1400" b="0">
                <a:solidFill>
                  <a:srgbClr val="21354A"/>
                </a:solidFill>
                <a:latin typeface="Calibri"/>
                <a:ea typeface="Calibri"/>
                <a:cs typeface="Calibri"/>
              </a:rPr>
              <a:t>?</a:t>
            </a:r>
            <a:endParaRPr lang="en-US" sz="1400" b="0">
              <a:solidFill>
                <a:srgbClr val="21354A"/>
              </a:solidFill>
              <a:latin typeface="Calibri"/>
              <a:ea typeface="Calibri"/>
              <a:cs typeface="Calibri"/>
            </a:endParaRPr>
          </a:p>
          <a:p>
            <a:pPr algn="ctr">
              <a:defRPr sz="1088" b="0">
                <a:solidFill>
                  <a:srgbClr val="21354A"/>
                </a:solidFill>
                <a:latin typeface="Calibri"/>
                <a:ea typeface="Calibri"/>
                <a:cs typeface="Calibri"/>
              </a:defRPr>
            </a:pPr>
            <a:endParaRPr lang="en-US" sz="1400">
              <a:solidFill>
                <a:srgbClr val="21354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EE296F-43B0-460B-8C58-64E4061B026C}"/>
              </a:ext>
            </a:extLst>
          </p:cNvPr>
          <p:cNvSpPr>
            <a:spLocks noGrp="1"/>
          </p:cNvSpPr>
          <p:nvPr/>
        </p:nvSpPr>
        <p:spPr>
          <a:xfrm>
            <a:off x="1578910" y="3707747"/>
            <a:ext cx="3776379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0">
                <a:solidFill>
                  <a:srgbClr val="D8E3F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D8E3F0"/>
                </a:solidFill>
                <a:latin typeface="Calibri"/>
                <a:ea typeface="Calibri"/>
                <a:cs typeface="Calibri"/>
              </a:rPr>
              <a:t>Two separate security checks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DB9EA5A-4D93-479E-A855-0617396DD706}"/>
              </a:ext>
            </a:extLst>
          </p:cNvPr>
          <p:cNvSpPr>
            <a:spLocks noGrp="1"/>
          </p:cNvSpPr>
          <p:nvPr/>
        </p:nvSpPr>
        <p:spPr>
          <a:xfrm>
            <a:off x="7115175" y="1821798"/>
            <a:ext cx="2667000" cy="323850"/>
          </a:xfrm>
          <a:prstGeom prst="roundRect">
            <a:avLst>
              <a:gd name="adj" fmla="val 41176"/>
            </a:avLst>
          </a:prstGeom>
          <a:solidFill>
            <a:srgbClr val="8064A2"/>
          </a:solidFill>
          <a:ln w="0">
            <a:solidFill>
              <a:srgbClr val="8064A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30D107-8A7A-4DAE-973C-CCF4016BD34C}"/>
              </a:ext>
            </a:extLst>
          </p:cNvPr>
          <p:cNvSpPr>
            <a:spLocks noGrp="1"/>
          </p:cNvSpPr>
          <p:nvPr/>
        </p:nvSpPr>
        <p:spPr>
          <a:xfrm>
            <a:off x="7248525" y="1840848"/>
            <a:ext cx="24003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F6F8FC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6F8FC"/>
                </a:solidFill>
                <a:latin typeface="Calibri"/>
                <a:ea typeface="Calibri"/>
                <a:cs typeface="Calibri"/>
              </a:rPr>
              <a:t>NEW TOOL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B2332D5-1A56-4915-86C9-29D4EACF4D3A}"/>
              </a:ext>
            </a:extLst>
          </p:cNvPr>
          <p:cNvSpPr>
            <a:spLocks noGrp="1"/>
          </p:cNvSpPr>
          <p:nvPr/>
        </p:nvSpPr>
        <p:spPr>
          <a:xfrm>
            <a:off x="7115175" y="2269473"/>
            <a:ext cx="3905250" cy="1314450"/>
          </a:xfrm>
          <a:prstGeom prst="roundRect">
            <a:avLst>
              <a:gd name="adj" fmla="val 13043"/>
            </a:avLst>
          </a:prstGeom>
          <a:solidFill>
            <a:srgbClr val="E9E1F0"/>
          </a:solidFill>
          <a:ln w="19050">
            <a:solidFill>
              <a:srgbClr val="8064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EB9A1D-D420-4780-8CAE-7F53C27E4585}"/>
              </a:ext>
            </a:extLst>
          </p:cNvPr>
          <p:cNvSpPr>
            <a:spLocks noGrp="1"/>
          </p:cNvSpPr>
          <p:nvPr/>
        </p:nvSpPr>
        <p:spPr>
          <a:xfrm>
            <a:off x="7258050" y="2383773"/>
            <a:ext cx="3619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21354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1354A"/>
                </a:solidFill>
                <a:latin typeface="Calibri"/>
                <a:ea typeface="Calibri"/>
                <a:cs typeface="Calibri"/>
              </a:rPr>
              <a:t>Raspberry Pi </a:t>
            </a:r>
            <a:r>
              <a:rPr lang="en-US" sz="1650" b="1">
                <a:solidFill>
                  <a:srgbClr val="21354A"/>
                </a:solidFill>
                <a:latin typeface="Calibri"/>
                <a:ea typeface="Calibri"/>
                <a:cs typeface="Calibri"/>
              </a:rPr>
              <a:t>P</a:t>
            </a:r>
            <a:r>
              <a:rPr sz="1650" b="1">
                <a:solidFill>
                  <a:srgbClr val="21354A"/>
                </a:solidFill>
                <a:latin typeface="Calibri"/>
                <a:ea typeface="Calibri"/>
                <a:cs typeface="Calibri"/>
              </a:rPr>
              <a:t>rototype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F8E1B1-CB13-4630-855D-B8AE3ADBD465}"/>
              </a:ext>
            </a:extLst>
          </p:cNvPr>
          <p:cNvSpPr>
            <a:spLocks noGrp="1"/>
          </p:cNvSpPr>
          <p:nvPr/>
        </p:nvSpPr>
        <p:spPr>
          <a:xfrm>
            <a:off x="7267575" y="2793348"/>
            <a:ext cx="3600450" cy="695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  <a:defRPr sz="1088" b="0">
                <a:solidFill>
                  <a:srgbClr val="21354A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21354A"/>
                </a:solidFill>
                <a:latin typeface="Calibri"/>
                <a:ea typeface="Calibri"/>
                <a:cs typeface="Calibri"/>
              </a:rPr>
              <a:t>Webcam input</a:t>
            </a:r>
          </a:p>
          <a:p>
            <a:pPr marL="171450" indent="-171450" algn="ctr">
              <a:buFont typeface="Arial" panose="020B0604020202020204" pitchFamily="34" charset="0"/>
              <a:buChar char="•"/>
              <a:defRPr sz="1088" b="0">
                <a:solidFill>
                  <a:srgbClr val="21354A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21354A"/>
                </a:solidFill>
                <a:latin typeface="Calibri"/>
                <a:ea typeface="Calibri"/>
                <a:cs typeface="Calibri"/>
              </a:rPr>
              <a:t>Liveness + </a:t>
            </a:r>
            <a:r>
              <a:rPr lang="en-US" sz="1400" b="0">
                <a:solidFill>
                  <a:srgbClr val="21354A"/>
                </a:solidFill>
                <a:latin typeface="Calibri"/>
                <a:ea typeface="Calibri"/>
                <a:cs typeface="Calibri"/>
              </a:rPr>
              <a:t>I</a:t>
            </a:r>
            <a:r>
              <a:rPr sz="1400" b="0">
                <a:solidFill>
                  <a:srgbClr val="21354A"/>
                </a:solidFill>
                <a:latin typeface="Calibri"/>
                <a:ea typeface="Calibri"/>
                <a:cs typeface="Calibri"/>
              </a:rPr>
              <a:t>dentity </a:t>
            </a:r>
            <a:r>
              <a:rPr lang="en-US" sz="1400" b="0">
                <a:solidFill>
                  <a:srgbClr val="21354A"/>
                </a:solidFill>
                <a:latin typeface="Calibri"/>
                <a:ea typeface="Calibri"/>
                <a:cs typeface="Calibri"/>
              </a:rPr>
              <a:t>Verification</a:t>
            </a:r>
            <a:endParaRPr sz="1400" b="0">
              <a:solidFill>
                <a:srgbClr val="21354A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54" name="Straight Arrow Connector 53"/>
          <p:cNvCxnSpPr>
            <a:cxnSpLocks/>
          </p:cNvCxnSpPr>
          <p:nvPr/>
        </p:nvCxnSpPr>
        <p:spPr>
          <a:xfrm>
            <a:off x="6386229" y="2926698"/>
            <a:ext cx="595416" cy="0"/>
          </a:xfrm>
          <a:prstGeom prst="straightConnector1">
            <a:avLst/>
          </a:prstGeom>
          <a:ln w="23813">
            <a:solidFill>
              <a:srgbClr val="BFD1E3"/>
            </a:solidFill>
            <a:prstDash val="solid"/>
            <a:tailEnd type="triangle" w="med" len="med"/>
          </a:ln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F8F0E65-2719-436C-9101-B6FB1CAFE089}"/>
              </a:ext>
            </a:extLst>
          </p:cNvPr>
          <p:cNvSpPr>
            <a:spLocks noGrp="1"/>
          </p:cNvSpPr>
          <p:nvPr/>
        </p:nvSpPr>
        <p:spPr>
          <a:xfrm>
            <a:off x="6238938" y="3712511"/>
            <a:ext cx="5657724" cy="20002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0">
                <a:solidFill>
                  <a:srgbClr val="D8E3F0"/>
                </a:solidFill>
                <a:latin typeface="Calibri"/>
                <a:ea typeface="Calibri"/>
                <a:cs typeface="Calibri"/>
              </a:defRPr>
            </a:pPr>
            <a:r>
              <a:rPr lang="en-US" sz="2000" b="0">
                <a:solidFill>
                  <a:srgbClr val="D8E3F0"/>
                </a:solidFill>
                <a:latin typeface="Calibri"/>
                <a:ea typeface="Calibri"/>
                <a:cs typeface="Calibri"/>
              </a:rPr>
              <a:t>Automatically accepts or rejects the attempt</a:t>
            </a:r>
            <a:endParaRPr sz="2000" b="0">
              <a:solidFill>
                <a:srgbClr val="D8E3F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1EE07C49-2EB4-4DD7-9B13-BF8B6022EA7F}"/>
              </a:ext>
            </a:extLst>
          </p:cNvPr>
          <p:cNvSpPr>
            <a:spLocks noGrp="1"/>
          </p:cNvSpPr>
          <p:nvPr/>
        </p:nvSpPr>
        <p:spPr>
          <a:xfrm>
            <a:off x="723900" y="4126848"/>
            <a:ext cx="10744200" cy="0"/>
          </a:xfrm>
          <a:prstGeom prst="line">
            <a:avLst/>
          </a:prstGeom>
          <a:noFill/>
          <a:ln w="11906">
            <a:solidFill>
              <a:srgbClr val="6B7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8234E1F-AC9B-4ECD-87DF-4C7AE457EEF1}"/>
              </a:ext>
            </a:extLst>
          </p:cNvPr>
          <p:cNvSpPr>
            <a:spLocks noGrp="1"/>
          </p:cNvSpPr>
          <p:nvPr/>
        </p:nvSpPr>
        <p:spPr>
          <a:xfrm>
            <a:off x="723900" y="4384023"/>
            <a:ext cx="3333750" cy="323850"/>
          </a:xfrm>
          <a:prstGeom prst="roundRect">
            <a:avLst>
              <a:gd name="adj" fmla="val 41176"/>
            </a:avLst>
          </a:prstGeom>
          <a:solidFill>
            <a:srgbClr val="70AD47"/>
          </a:solidFill>
          <a:ln w="0">
            <a:solidFill>
              <a:srgbClr val="70AD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2326C26-56A9-4132-9C55-B4FE855F6109}"/>
              </a:ext>
            </a:extLst>
          </p:cNvPr>
          <p:cNvSpPr>
            <a:spLocks noGrp="1"/>
          </p:cNvSpPr>
          <p:nvPr/>
        </p:nvSpPr>
        <p:spPr>
          <a:xfrm>
            <a:off x="909354" y="4422123"/>
            <a:ext cx="2990850" cy="26669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F6F8FC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6F8FC"/>
                </a:solidFill>
                <a:latin typeface="Calibri"/>
                <a:ea typeface="Calibri"/>
                <a:cs typeface="Calibri"/>
              </a:rPr>
              <a:t>CONTROLLED FP32 VS. INT8 STUDY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ADAF3F3-494F-4072-84B7-CAECD1ECA494}"/>
              </a:ext>
            </a:extLst>
          </p:cNvPr>
          <p:cNvSpPr>
            <a:spLocks noGrp="1"/>
          </p:cNvSpPr>
          <p:nvPr/>
        </p:nvSpPr>
        <p:spPr>
          <a:xfrm>
            <a:off x="2261904" y="4898373"/>
            <a:ext cx="2333625" cy="1066800"/>
          </a:xfrm>
          <a:prstGeom prst="roundRect">
            <a:avLst>
              <a:gd name="adj" fmla="val 16071"/>
            </a:avLst>
          </a:prstGeom>
          <a:solidFill>
            <a:srgbClr val="FFF2CC"/>
          </a:solidFill>
          <a:ln w="1905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EB7B22F-691D-40A2-A0D3-1194AB661425}"/>
              </a:ext>
            </a:extLst>
          </p:cNvPr>
          <p:cNvSpPr>
            <a:spLocks noGrp="1"/>
          </p:cNvSpPr>
          <p:nvPr/>
        </p:nvSpPr>
        <p:spPr>
          <a:xfrm>
            <a:off x="2404779" y="5012673"/>
            <a:ext cx="20478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21354A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21354A"/>
                </a:solidFill>
                <a:latin typeface="Calibri"/>
                <a:ea typeface="Calibri"/>
                <a:cs typeface="Calibri"/>
              </a:rPr>
              <a:t>Original FP32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A9590BA-91BB-484A-A5A8-EB2AADD54F70}"/>
              </a:ext>
            </a:extLst>
          </p:cNvPr>
          <p:cNvSpPr>
            <a:spLocks noGrp="1"/>
          </p:cNvSpPr>
          <p:nvPr/>
        </p:nvSpPr>
        <p:spPr>
          <a:xfrm>
            <a:off x="2414304" y="5422248"/>
            <a:ext cx="2028825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88" b="0">
                <a:solidFill>
                  <a:srgbClr val="21354A"/>
                </a:solidFill>
                <a:latin typeface="Calibri"/>
                <a:ea typeface="Calibri"/>
                <a:cs typeface="Calibri"/>
              </a:defRPr>
            </a:pPr>
            <a:r>
              <a:rPr sz="1088" b="0">
                <a:solidFill>
                  <a:srgbClr val="21354A"/>
                </a:solidFill>
                <a:latin typeface="Calibri"/>
                <a:ea typeface="Calibri"/>
                <a:cs typeface="Calibri"/>
              </a:rPr>
              <a:t>Full-precision models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ADFBE80-AAEB-41F4-AEDB-AB8F484C8D9C}"/>
              </a:ext>
            </a:extLst>
          </p:cNvPr>
          <p:cNvSpPr>
            <a:spLocks noGrp="1"/>
          </p:cNvSpPr>
          <p:nvPr/>
        </p:nvSpPr>
        <p:spPr>
          <a:xfrm>
            <a:off x="5662329" y="5079348"/>
            <a:ext cx="819150" cy="704850"/>
          </a:xfrm>
          <a:prstGeom prst="ellipse">
            <a:avLst/>
          </a:prstGeom>
          <a:solidFill>
            <a:srgbClr val="5E7187"/>
          </a:solidFill>
          <a:ln w="14288">
            <a:solidFill>
              <a:srgbClr val="BFD1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226CFE-899E-4FF9-A377-133B404987A9}"/>
              </a:ext>
            </a:extLst>
          </p:cNvPr>
          <p:cNvSpPr>
            <a:spLocks noGrp="1"/>
          </p:cNvSpPr>
          <p:nvPr/>
        </p:nvSpPr>
        <p:spPr>
          <a:xfrm>
            <a:off x="5757579" y="5203173"/>
            <a:ext cx="6286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F6F8FC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6F8FC"/>
                </a:solidFill>
                <a:latin typeface="Calibri"/>
                <a:ea typeface="Calibri"/>
                <a:cs typeface="Calibri"/>
              </a:rPr>
              <a:t>VS.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F09DDFA-FBC4-4DC5-82C0-B200889E8EE8}"/>
              </a:ext>
            </a:extLst>
          </p:cNvPr>
          <p:cNvSpPr>
            <a:spLocks noGrp="1"/>
          </p:cNvSpPr>
          <p:nvPr/>
        </p:nvSpPr>
        <p:spPr>
          <a:xfrm>
            <a:off x="7548279" y="4898373"/>
            <a:ext cx="2333625" cy="1066800"/>
          </a:xfrm>
          <a:prstGeom prst="roundRect">
            <a:avLst>
              <a:gd name="adj" fmla="val 16071"/>
            </a:avLst>
          </a:prstGeom>
          <a:solidFill>
            <a:srgbClr val="E3F1DB"/>
          </a:solidFill>
          <a:ln w="1905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E89DF7-8C54-42F4-86B4-7B16AB02F59E}"/>
              </a:ext>
            </a:extLst>
          </p:cNvPr>
          <p:cNvSpPr>
            <a:spLocks noGrp="1"/>
          </p:cNvSpPr>
          <p:nvPr/>
        </p:nvSpPr>
        <p:spPr>
          <a:xfrm>
            <a:off x="7691154" y="5012673"/>
            <a:ext cx="20478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21354A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21354A"/>
                </a:solidFill>
                <a:latin typeface="Calibri"/>
                <a:ea typeface="Calibri"/>
                <a:cs typeface="Calibri"/>
              </a:rPr>
              <a:t>INT8 </a:t>
            </a:r>
            <a:r>
              <a:rPr lang="en-US" sz="1575" b="1">
                <a:solidFill>
                  <a:srgbClr val="21354A"/>
                </a:solidFill>
                <a:latin typeface="Calibri"/>
                <a:ea typeface="Calibri"/>
                <a:cs typeface="Calibri"/>
              </a:rPr>
              <a:t>V</a:t>
            </a:r>
            <a:r>
              <a:rPr sz="1575" b="1">
                <a:solidFill>
                  <a:srgbClr val="21354A"/>
                </a:solidFill>
                <a:latin typeface="Calibri"/>
                <a:ea typeface="Calibri"/>
                <a:cs typeface="Calibri"/>
              </a:rPr>
              <a:t>ersion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F59A6E8-ADC4-4CCF-952E-E46F1927BD80}"/>
              </a:ext>
            </a:extLst>
          </p:cNvPr>
          <p:cNvSpPr>
            <a:spLocks noGrp="1"/>
          </p:cNvSpPr>
          <p:nvPr/>
        </p:nvSpPr>
        <p:spPr>
          <a:xfrm>
            <a:off x="7700679" y="5422248"/>
            <a:ext cx="2028825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88" b="0">
                <a:solidFill>
                  <a:srgbClr val="21354A"/>
                </a:solidFill>
                <a:latin typeface="Calibri"/>
                <a:ea typeface="Calibri"/>
                <a:cs typeface="Calibri"/>
              </a:defRPr>
            </a:pPr>
            <a:r>
              <a:rPr sz="1088" b="0">
                <a:solidFill>
                  <a:srgbClr val="21354A"/>
                </a:solidFill>
                <a:latin typeface="Calibri"/>
                <a:ea typeface="Calibri"/>
                <a:cs typeface="Calibri"/>
              </a:rPr>
              <a:t>Quantized versions of the same models</a:t>
            </a:r>
          </a:p>
        </p:txBody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85C1F1FC-AA8F-4399-B0E3-4A8317EA32D5}"/>
              </a:ext>
            </a:extLst>
          </p:cNvPr>
          <p:cNvSpPr>
            <a:spLocks noGrp="1"/>
          </p:cNvSpPr>
          <p:nvPr/>
        </p:nvSpPr>
        <p:spPr>
          <a:xfrm>
            <a:off x="2233329" y="6108048"/>
            <a:ext cx="7620000" cy="0"/>
          </a:xfrm>
          <a:prstGeom prst="line">
            <a:avLst/>
          </a:prstGeom>
          <a:noFill/>
          <a:ln w="19050">
            <a:solidFill>
              <a:srgbClr val="BFD1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0807B46-819C-4533-A26D-4F29BB0F43C7}"/>
              </a:ext>
            </a:extLst>
          </p:cNvPr>
          <p:cNvSpPr>
            <a:spLocks noGrp="1"/>
          </p:cNvSpPr>
          <p:nvPr/>
        </p:nvSpPr>
        <p:spPr>
          <a:xfrm>
            <a:off x="1400900" y="6250924"/>
            <a:ext cx="9284857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125" b="0">
                <a:solidFill>
                  <a:srgbClr val="D8E3F0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D8E3F0"/>
                </a:solidFill>
                <a:latin typeface="Calibri"/>
                <a:ea typeface="Calibri"/>
                <a:cs typeface="Calibri"/>
              </a:rPr>
              <a:t>Compare: </a:t>
            </a:r>
            <a:r>
              <a:rPr lang="en-US" sz="2000" b="0">
                <a:solidFill>
                  <a:srgbClr val="D8E3F0"/>
                </a:solidFill>
                <a:latin typeface="Calibri"/>
                <a:ea typeface="Calibri"/>
                <a:cs typeface="Calibri"/>
              </a:rPr>
              <a:t>L</a:t>
            </a:r>
            <a:r>
              <a:rPr sz="2000" b="0">
                <a:solidFill>
                  <a:srgbClr val="D8E3F0"/>
                </a:solidFill>
                <a:latin typeface="Calibri"/>
                <a:ea typeface="Calibri"/>
                <a:cs typeface="Calibri"/>
              </a:rPr>
              <a:t>atency</a:t>
            </a:r>
            <a:r>
              <a:rPr lang="en-US" sz="2000">
                <a:solidFill>
                  <a:srgbClr val="D8E3F0"/>
                </a:solidFill>
                <a:latin typeface="Calibri"/>
                <a:ea typeface="Calibri"/>
                <a:cs typeface="Calibri"/>
              </a:rPr>
              <a:t>, Memory, Energy Use</a:t>
            </a:r>
            <a:r>
              <a:rPr lang="en-US" sz="2000" b="0">
                <a:solidFill>
                  <a:srgbClr val="D8E3F0"/>
                </a:solidFill>
                <a:latin typeface="Calibri"/>
                <a:ea typeface="Calibri"/>
                <a:cs typeface="Calibri"/>
              </a:rPr>
              <a:t>,</a:t>
            </a:r>
            <a:r>
              <a:rPr sz="2000" b="0">
                <a:solidFill>
                  <a:srgbClr val="D8E3F0"/>
                </a:solidFill>
                <a:latin typeface="Calibri"/>
                <a:ea typeface="Calibri"/>
                <a:cs typeface="Calibri"/>
              </a:rPr>
              <a:t> FAR/FRR</a:t>
            </a:r>
            <a:r>
              <a:rPr lang="en-US" sz="2000">
                <a:solidFill>
                  <a:srgbClr val="D8E3F0"/>
                </a:solidFill>
                <a:latin typeface="Calibri"/>
                <a:ea typeface="Calibri"/>
                <a:cs typeface="Calibri"/>
              </a:rPr>
              <a:t>/EER, etc.  </a:t>
            </a:r>
            <a:endParaRPr sz="2000" b="0">
              <a:solidFill>
                <a:srgbClr val="D8E3F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C10105B-592D-B8C1-334A-18896F97F1C6}"/>
              </a:ext>
            </a:extLst>
          </p:cNvPr>
          <p:cNvSpPr txBox="1">
            <a:spLocks/>
          </p:cNvSpPr>
          <p:nvPr/>
        </p:nvSpPr>
        <p:spPr>
          <a:xfrm>
            <a:off x="723900" y="499812"/>
            <a:ext cx="2503630" cy="7733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Solution  </a:t>
            </a:r>
          </a:p>
        </p:txBody>
      </p:sp>
      <p:pic>
        <p:nvPicPr>
          <p:cNvPr id="37" name="Graphic 36" descr="Add with solid fill">
            <a:extLst>
              <a:ext uri="{FF2B5EF4-FFF2-40B4-BE49-F238E27FC236}">
                <a16:creationId xmlns:a16="http://schemas.microsoft.com/office/drawing/2014/main" id="{AE8084B6-7EF7-F1DD-59E5-631FC33FEE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86125" y="2802873"/>
            <a:ext cx="361950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683077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AE508-03AB-E8CF-B9C6-83C5A2A82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0C9D9-FF48-0AA7-9AB5-41D3685E2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b="1">
                <a:ea typeface="+mn-lt"/>
                <a:cs typeface="+mn-lt"/>
              </a:rPr>
              <a:t>Quantitative Metrics:</a:t>
            </a:r>
          </a:p>
          <a:p>
            <a:pPr lvl="1"/>
            <a:r>
              <a:rPr lang="en-US" b="1">
                <a:ea typeface="+mn-lt"/>
                <a:cs typeface="+mn-lt"/>
              </a:rPr>
              <a:t>Speed:</a:t>
            </a:r>
            <a:r>
              <a:rPr lang="en-US">
                <a:ea typeface="+mn-lt"/>
                <a:cs typeface="+mn-lt"/>
              </a:rPr>
              <a:t> Measure median (p50) and 95th percentile (p95) end-to-end inference latency, covering face detection, alignment, and feature vector extraction directly on the target hardware.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 b="1">
                <a:ea typeface="+mn-lt"/>
                <a:cs typeface="+mn-lt"/>
              </a:rPr>
              <a:t>Efficiency:</a:t>
            </a:r>
            <a:r>
              <a:rPr lang="en-US">
                <a:ea typeface="+mn-lt"/>
                <a:cs typeface="+mn-lt"/>
              </a:rPr>
              <a:t> Monitor active device power draw, runtime memory consumption (Resident Set Size), and total model binary footprint on disk across precision formats.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 b="1">
                <a:ea typeface="+mn-lt"/>
                <a:cs typeface="+mn-lt"/>
              </a:rPr>
              <a:t>Quality:</a:t>
            </a:r>
            <a:r>
              <a:rPr lang="en-US">
                <a:ea typeface="+mn-lt"/>
                <a:cs typeface="+mn-lt"/>
              </a:rPr>
              <a:t> Evaluate biometric verification and identification using the core industry accuracy metrics: False Match Rate (FMR / FAR), False Non-Match Rate (FNMR / FRR), Equal Error Rate (EER), and True Accept Rate at a fixed False Accept Rate (such as TAR at FAR = 0.1%).</a:t>
            </a:r>
            <a:endParaRPr lang="en-US">
              <a:ea typeface="Calibri"/>
              <a:cs typeface="Calibri"/>
            </a:endParaRPr>
          </a:p>
          <a:p>
            <a:r>
              <a:rPr lang="en-US" b="1">
                <a:ea typeface="+mn-lt"/>
                <a:cs typeface="+mn-lt"/>
              </a:rPr>
              <a:t>Qualitative Visualizations:</a:t>
            </a:r>
            <a:endParaRPr lang="en-US"/>
          </a:p>
          <a:p>
            <a:pPr lvl="1"/>
            <a:r>
              <a:rPr lang="en-US" b="1">
                <a:ea typeface="+mn-lt"/>
                <a:cs typeface="+mn-lt"/>
              </a:rPr>
              <a:t>ROC &amp; DET Curves:</a:t>
            </a:r>
            <a:r>
              <a:rPr lang="en-US">
                <a:ea typeface="+mn-lt"/>
                <a:cs typeface="+mn-lt"/>
              </a:rPr>
              <a:t> Plot Receiver Operating Characteristic (ROC) and Detection Error Tradeoff (DET) curves to map the operational trade-off between false matches and false rejections across different threshold settings.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 b="1">
                <a:ea typeface="+mn-lt"/>
                <a:cs typeface="+mn-lt"/>
              </a:rPr>
              <a:t>Pareto Frontier &amp; Disparity Plots:</a:t>
            </a:r>
            <a:r>
              <a:rPr lang="en-US">
                <a:ea typeface="+mn-lt"/>
                <a:cs typeface="+mn-lt"/>
              </a:rPr>
              <a:t> Generate Pareto frontier scatterplots (Accuracy vs. Latency) to identify optimal deployment targets, and plot subgroup degradation curves across skin tone, gender, and lighting variations to evaluate Trustworthy AI fairness.</a:t>
            </a:r>
            <a:endParaRPr lang="en-US">
              <a:ea typeface="Calibri"/>
              <a:cs typeface="Calibri"/>
            </a:endParaRPr>
          </a:p>
          <a:p>
            <a:r>
              <a:rPr lang="en-US" b="1">
                <a:ea typeface="+mn-lt"/>
                <a:cs typeface="+mn-lt"/>
              </a:rPr>
              <a:t>Baseline Comparisons:</a:t>
            </a:r>
            <a:endParaRPr lang="en-US"/>
          </a:p>
          <a:p>
            <a:pPr lvl="1"/>
            <a:r>
              <a:rPr lang="en-US" b="1">
                <a:ea typeface="+mn-lt"/>
                <a:cs typeface="+mn-lt"/>
              </a:rPr>
              <a:t>Quantization Impact:</a:t>
            </a:r>
            <a:r>
              <a:rPr lang="en-US">
                <a:ea typeface="+mn-lt"/>
                <a:cs typeface="+mn-lt"/>
              </a:rPr>
              <a:t> Compare all INT8 and FP16 quantized models directly against uncompressed full-precision (FP32) baseline weights to detect where any accuracy drop-offs occur.</a:t>
            </a:r>
          </a:p>
          <a:p>
            <a:pPr lvl="1"/>
            <a:r>
              <a:rPr lang="en-US" b="1">
                <a:ea typeface="+mn-lt"/>
                <a:cs typeface="+mn-lt"/>
              </a:rPr>
              <a:t>Runtime Acceleration:</a:t>
            </a:r>
            <a:r>
              <a:rPr lang="en-US">
                <a:ea typeface="+mn-lt"/>
                <a:cs typeface="+mn-lt"/>
              </a:rPr>
              <a:t> Compare default framework inference against hardware-optimized runtime engines (such as ONNX Runtime with ARM NEON execution or </a:t>
            </a:r>
            <a:r>
              <a:rPr lang="en-US" err="1">
                <a:ea typeface="+mn-lt"/>
                <a:cs typeface="+mn-lt"/>
              </a:rPr>
              <a:t>TFLite</a:t>
            </a:r>
            <a:r>
              <a:rPr lang="en-US">
                <a:ea typeface="+mn-lt"/>
                <a:cs typeface="+mn-lt"/>
              </a:rPr>
              <a:t> with XNNPACK) to isolate hardware-level speedups.</a:t>
            </a: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74684469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79B183B-9F3D-43C7-8A73-82DDF310B613}"/>
              </a:ext>
            </a:extLst>
          </p:cNvPr>
          <p:cNvSpPr>
            <a:spLocks noGrp="1"/>
          </p:cNvSpPr>
          <p:nvPr/>
        </p:nvSpPr>
        <p:spPr>
          <a:xfrm>
            <a:off x="1486277" y="2149307"/>
            <a:ext cx="3524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D8E3F0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D8E3F0"/>
                </a:solidFill>
                <a:latin typeface="Calibri"/>
                <a:ea typeface="Calibri"/>
                <a:cs typeface="Calibri"/>
              </a:rPr>
              <a:t>Thank you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A2F3AF-B1F4-4F2E-A59F-1F9E7E09AA32}"/>
              </a:ext>
            </a:extLst>
          </p:cNvPr>
          <p:cNvSpPr>
            <a:spLocks noGrp="1"/>
          </p:cNvSpPr>
          <p:nvPr/>
        </p:nvSpPr>
        <p:spPr>
          <a:xfrm>
            <a:off x="1448177" y="2606507"/>
            <a:ext cx="6191250" cy="1162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5700" b="0">
                <a:solidFill>
                  <a:srgbClr val="F6F8FC"/>
                </a:solidFill>
                <a:latin typeface="Calibri Light"/>
                <a:ea typeface="Calibri Light"/>
                <a:cs typeface="Calibri Light"/>
              </a:defRPr>
            </a:pPr>
            <a:r>
              <a:rPr sz="5700" b="0">
                <a:solidFill>
                  <a:srgbClr val="F6F8FC"/>
                </a:solidFill>
                <a:latin typeface="Calibri Light"/>
                <a:ea typeface="Calibri Light"/>
                <a:cs typeface="Calibri Light"/>
              </a:rPr>
              <a:t>Questions?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69A214-7ACD-4EF2-A4BC-63FA5E8C4B10}"/>
              </a:ext>
            </a:extLst>
          </p:cNvPr>
          <p:cNvSpPr>
            <a:spLocks noGrp="1"/>
          </p:cNvSpPr>
          <p:nvPr/>
        </p:nvSpPr>
        <p:spPr>
          <a:xfrm>
            <a:off x="1514852" y="3949532"/>
            <a:ext cx="5810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D8E3F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D8E3F0"/>
                </a:solidFill>
                <a:latin typeface="Calibri"/>
                <a:ea typeface="Calibri"/>
                <a:cs typeface="Calibri"/>
              </a:rPr>
              <a:t>Quantized face authentication on Raspberry Pi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5080867-61CA-473F-9C2B-4EB73914ACFE}"/>
              </a:ext>
            </a:extLst>
          </p:cNvPr>
          <p:cNvSpPr>
            <a:spLocks noGrp="1"/>
          </p:cNvSpPr>
          <p:nvPr/>
        </p:nvSpPr>
        <p:spPr>
          <a:xfrm>
            <a:off x="1514852" y="4616282"/>
            <a:ext cx="4762500" cy="0"/>
          </a:xfrm>
          <a:prstGeom prst="line">
            <a:avLst/>
          </a:prstGeom>
          <a:noFill/>
          <a:ln w="381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C1957F-DC7F-4B63-A198-36B17D9F76B2}"/>
              </a:ext>
            </a:extLst>
          </p:cNvPr>
          <p:cNvSpPr>
            <a:spLocks noGrp="1"/>
          </p:cNvSpPr>
          <p:nvPr/>
        </p:nvSpPr>
        <p:spPr>
          <a:xfrm>
            <a:off x="6685415" y="923924"/>
            <a:ext cx="3744460" cy="520436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0" b="0">
                <a:solidFill>
                  <a:srgbClr val="5B9BD5"/>
                </a:solidFill>
                <a:latin typeface="Calibri Light"/>
                <a:ea typeface="Calibri Light"/>
                <a:cs typeface="Calibri Light"/>
              </a:defRPr>
            </a:pPr>
            <a:r>
              <a:rPr sz="21000" b="0">
                <a:solidFill>
                  <a:srgbClr val="5B9BD5"/>
                </a:solidFill>
                <a:latin typeface="Calibri Light"/>
                <a:ea typeface="Calibri Light"/>
                <a:cs typeface="Calibri Light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9436894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3">
      <a:dk1>
        <a:srgbClr val="E7E6E6"/>
      </a:dk1>
      <a:lt1>
        <a:srgbClr val="44546A"/>
      </a:lt1>
      <a:dk2>
        <a:srgbClr val="FFFFFF"/>
      </a:dk2>
      <a:lt2>
        <a:srgbClr val="44546A"/>
      </a:lt2>
      <a:accent1>
        <a:srgbClr val="B4C6E7"/>
      </a:accent1>
      <a:accent2>
        <a:srgbClr val="C5E0B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635</Words>
  <Application>Microsoft Office PowerPoint</Application>
  <PresentationFormat>Widescreen</PresentationFormat>
  <Paragraphs>64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Calibri</vt:lpstr>
      <vt:lpstr>Calibri Light</vt:lpstr>
      <vt:lpstr>Wingdings</vt:lpstr>
      <vt:lpstr>Office Theme</vt:lpstr>
      <vt:lpstr>Optimizing Facial Recognition Models to Improve Power and Speed Efficiency</vt:lpstr>
      <vt:lpstr>Problem</vt:lpstr>
      <vt:lpstr>PowerPoint Presentation</vt:lpstr>
      <vt:lpstr>Evaluation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Alphanso Davis-Moses</dc:creator>
  <cp:lastModifiedBy>Cartis, Simion</cp:lastModifiedBy>
  <cp:revision>1</cp:revision>
  <dcterms:created xsi:type="dcterms:W3CDTF">2023-03-25T16:27:41Z</dcterms:created>
  <dcterms:modified xsi:type="dcterms:W3CDTF">2026-09-15T21:58:26Z</dcterms:modified>
</cp:coreProperties>
</file>